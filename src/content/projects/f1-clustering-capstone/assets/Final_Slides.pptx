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68" r:id="rId5"/>
    <p:sldId id="290" r:id="rId6"/>
    <p:sldId id="257" r:id="rId7"/>
    <p:sldId id="270" r:id="rId8"/>
    <p:sldId id="272" r:id="rId9"/>
    <p:sldId id="256" r:id="rId10"/>
    <p:sldId id="298" r:id="rId11"/>
    <p:sldId id="292" r:id="rId12"/>
    <p:sldId id="279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pos="370" userDrawn="1">
          <p15:clr>
            <a:srgbClr val="A4A3A4"/>
          </p15:clr>
        </p15:guide>
        <p15:guide id="4" pos="72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7E"/>
    <a:srgbClr val="E60000"/>
    <a:srgbClr val="FF2D2D"/>
    <a:srgbClr val="D6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63"/>
        <p:guide pos="370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 Rose" userId="be39807b-8b37-4d4d-8487-1f329b29f166" providerId="ADAL" clId="{6771D6FE-6647-4550-9EBE-9006BB8B6BC4}"/>
    <pc:docChg chg="undo custSel modSld">
      <pc:chgData name="Eli Rose" userId="be39807b-8b37-4d4d-8487-1f329b29f166" providerId="ADAL" clId="{6771D6FE-6647-4550-9EBE-9006BB8B6BC4}" dt="2026-10-28T03:17:27.706" v="723" actId="207"/>
      <pc:docMkLst>
        <pc:docMk/>
      </pc:docMkLst>
      <pc:sldChg chg="modSp mod">
        <pc:chgData name="Eli Rose" userId="be39807b-8b37-4d4d-8487-1f329b29f166" providerId="ADAL" clId="{6771D6FE-6647-4550-9EBE-9006BB8B6BC4}" dt="2026-10-28T03:16:33.828" v="694" actId="113"/>
        <pc:sldMkLst>
          <pc:docMk/>
          <pc:sldMk cId="188773293" sldId="257"/>
        </pc:sldMkLst>
        <pc:spChg chg="mod">
          <ac:chgData name="Eli Rose" userId="be39807b-8b37-4d4d-8487-1f329b29f166" providerId="ADAL" clId="{6771D6FE-6647-4550-9EBE-9006BB8B6BC4}" dt="2026-10-28T03:16:33.828" v="694" actId="113"/>
          <ac:spMkLst>
            <pc:docMk/>
            <pc:sldMk cId="188773293" sldId="257"/>
            <ac:spMk id="8" creationId="{8D96B8DB-EA94-D2FD-123C-143094E5A829}"/>
          </ac:spMkLst>
        </pc:spChg>
      </pc:sldChg>
      <pc:sldChg chg="addSp delSp modSp mod">
        <pc:chgData name="Eli Rose" userId="be39807b-8b37-4d4d-8487-1f329b29f166" providerId="ADAL" clId="{6771D6FE-6647-4550-9EBE-9006BB8B6BC4}" dt="2026-10-28T03:17:27.706" v="723" actId="207"/>
        <pc:sldMkLst>
          <pc:docMk/>
          <pc:sldMk cId="1895879718" sldId="298"/>
        </pc:sldMkLst>
        <pc:spChg chg="mod">
          <ac:chgData name="Eli Rose" userId="be39807b-8b37-4d4d-8487-1f329b29f166" providerId="ADAL" clId="{6771D6FE-6647-4550-9EBE-9006BB8B6BC4}" dt="2026-10-28T03:07:19.475" v="7" actId="207"/>
          <ac:spMkLst>
            <pc:docMk/>
            <pc:sldMk cId="1895879718" sldId="298"/>
            <ac:spMk id="2" creationId="{00000000-0000-0000-0000-000000000000}"/>
          </ac:spMkLst>
        </pc:spChg>
        <pc:spChg chg="del mod">
          <ac:chgData name="Eli Rose" userId="be39807b-8b37-4d4d-8487-1f329b29f166" providerId="ADAL" clId="{6771D6FE-6647-4550-9EBE-9006BB8B6BC4}" dt="2026-10-28T03:07:51.887" v="12" actId="478"/>
          <ac:spMkLst>
            <pc:docMk/>
            <pc:sldMk cId="1895879718" sldId="298"/>
            <ac:spMk id="3" creationId="{00000000-0000-0000-0000-000000000000}"/>
          </ac:spMkLst>
        </pc:spChg>
        <pc:spChg chg="add mod ord">
          <ac:chgData name="Eli Rose" userId="be39807b-8b37-4d4d-8487-1f329b29f166" providerId="ADAL" clId="{6771D6FE-6647-4550-9EBE-9006BB8B6BC4}" dt="2026-10-28T03:07:27.579" v="9" actId="207"/>
          <ac:spMkLst>
            <pc:docMk/>
            <pc:sldMk cId="1895879718" sldId="298"/>
            <ac:spMk id="5" creationId="{B70EC204-E5E0-BF71-792F-A86D61DA1A62}"/>
          </ac:spMkLst>
        </pc:spChg>
        <pc:spChg chg="add mod">
          <ac:chgData name="Eli Rose" userId="be39807b-8b37-4d4d-8487-1f329b29f166" providerId="ADAL" clId="{6771D6FE-6647-4550-9EBE-9006BB8B6BC4}" dt="2026-10-28T03:17:27.706" v="723" actId="207"/>
          <ac:spMkLst>
            <pc:docMk/>
            <pc:sldMk cId="1895879718" sldId="298"/>
            <ac:spMk id="7" creationId="{552D93FD-C41F-42A4-F997-3460980F4616}"/>
          </ac:spMkLst>
        </pc:spChg>
        <pc:spChg chg="mod">
          <ac:chgData name="Eli Rose" userId="be39807b-8b37-4d4d-8487-1f329b29f166" providerId="ADAL" clId="{6771D6FE-6647-4550-9EBE-9006BB8B6BC4}" dt="2026-10-28T03:17:06.639" v="708" actId="1035"/>
          <ac:spMkLst>
            <pc:docMk/>
            <pc:sldMk cId="1895879718" sldId="298"/>
            <ac:spMk id="14" creationId="{00000000-0000-0000-0000-000000000000}"/>
          </ac:spMkLst>
        </pc:spChg>
        <pc:spChg chg="mod">
          <ac:chgData name="Eli Rose" userId="be39807b-8b37-4d4d-8487-1f329b29f166" providerId="ADAL" clId="{6771D6FE-6647-4550-9EBE-9006BB8B6BC4}" dt="2026-10-28T03:14:22.678" v="587" actId="1076"/>
          <ac:spMkLst>
            <pc:docMk/>
            <pc:sldMk cId="1895879718" sldId="298"/>
            <ac:spMk id="15" creationId="{00000000-0000-0000-0000-000000000000}"/>
          </ac:spMkLst>
        </pc:spChg>
        <pc:spChg chg="mod">
          <ac:chgData name="Eli Rose" userId="be39807b-8b37-4d4d-8487-1f329b29f166" providerId="ADAL" clId="{6771D6FE-6647-4550-9EBE-9006BB8B6BC4}" dt="2026-10-28T03:17:06.639" v="708" actId="1035"/>
          <ac:spMkLst>
            <pc:docMk/>
            <pc:sldMk cId="1895879718" sldId="298"/>
            <ac:spMk id="16" creationId="{00000000-0000-0000-0000-000000000000}"/>
          </ac:spMkLst>
        </pc:spChg>
        <pc:spChg chg="mod">
          <ac:chgData name="Eli Rose" userId="be39807b-8b37-4d4d-8487-1f329b29f166" providerId="ADAL" clId="{6771D6FE-6647-4550-9EBE-9006BB8B6BC4}" dt="2026-10-28T03:17:06.639" v="708" actId="1035"/>
          <ac:spMkLst>
            <pc:docMk/>
            <pc:sldMk cId="1895879718" sldId="298"/>
            <ac:spMk id="19" creationId="{00000000-0000-0000-0000-000000000000}"/>
          </ac:spMkLst>
        </pc:spChg>
        <pc:spChg chg="mod">
          <ac:chgData name="Eli Rose" userId="be39807b-8b37-4d4d-8487-1f329b29f166" providerId="ADAL" clId="{6771D6FE-6647-4550-9EBE-9006BB8B6BC4}" dt="2026-10-28T03:17:06.639" v="708" actId="1035"/>
          <ac:spMkLst>
            <pc:docMk/>
            <pc:sldMk cId="1895879718" sldId="298"/>
            <ac:spMk id="21" creationId="{00000000-0000-0000-0000-000000000000}"/>
          </ac:spMkLst>
        </pc:spChg>
        <pc:spChg chg="mod">
          <ac:chgData name="Eli Rose" userId="be39807b-8b37-4d4d-8487-1f329b29f166" providerId="ADAL" clId="{6771D6FE-6647-4550-9EBE-9006BB8B6BC4}" dt="2026-10-28T03:14:22.678" v="587" actId="1076"/>
          <ac:spMkLst>
            <pc:docMk/>
            <pc:sldMk cId="1895879718" sldId="298"/>
            <ac:spMk id="22" creationId="{00000000-0000-0000-0000-000000000000}"/>
          </ac:spMkLst>
        </pc:spChg>
        <pc:spChg chg="mod">
          <ac:chgData name="Eli Rose" userId="be39807b-8b37-4d4d-8487-1f329b29f166" providerId="ADAL" clId="{6771D6FE-6647-4550-9EBE-9006BB8B6BC4}" dt="2026-10-28T03:14:22.678" v="587" actId="1076"/>
          <ac:spMkLst>
            <pc:docMk/>
            <pc:sldMk cId="1895879718" sldId="298"/>
            <ac:spMk id="23" creationId="{00000000-0000-0000-0000-000000000000}"/>
          </ac:spMkLst>
        </pc:spChg>
        <pc:spChg chg="mod">
          <ac:chgData name="Eli Rose" userId="be39807b-8b37-4d4d-8487-1f329b29f166" providerId="ADAL" clId="{6771D6FE-6647-4550-9EBE-9006BB8B6BC4}" dt="2026-10-28T03:17:06.639" v="708" actId="1035"/>
          <ac:spMkLst>
            <pc:docMk/>
            <pc:sldMk cId="1895879718" sldId="298"/>
            <ac:spMk id="24" creationId="{00000000-0000-0000-0000-000000000000}"/>
          </ac:spMkLst>
        </pc:spChg>
        <pc:spChg chg="mod">
          <ac:chgData name="Eli Rose" userId="be39807b-8b37-4d4d-8487-1f329b29f166" providerId="ADAL" clId="{6771D6FE-6647-4550-9EBE-9006BB8B6BC4}" dt="2026-10-28T03:17:06.639" v="708" actId="1035"/>
          <ac:spMkLst>
            <pc:docMk/>
            <pc:sldMk cId="1895879718" sldId="298"/>
            <ac:spMk id="26" creationId="{00000000-0000-0000-0000-000000000000}"/>
          </ac:spMkLst>
        </pc:spChg>
        <pc:spChg chg="mod">
          <ac:chgData name="Eli Rose" userId="be39807b-8b37-4d4d-8487-1f329b29f166" providerId="ADAL" clId="{6771D6FE-6647-4550-9EBE-9006BB8B6BC4}" dt="2026-10-28T03:17:06.639" v="708" actId="1035"/>
          <ac:spMkLst>
            <pc:docMk/>
            <pc:sldMk cId="1895879718" sldId="298"/>
            <ac:spMk id="27" creationId="{00000000-0000-0000-0000-000000000000}"/>
          </ac:spMkLst>
        </pc:spChg>
        <pc:spChg chg="mod">
          <ac:chgData name="Eli Rose" userId="be39807b-8b37-4d4d-8487-1f329b29f166" providerId="ADAL" clId="{6771D6FE-6647-4550-9EBE-9006BB8B6BC4}" dt="2026-10-28T03:14:22.678" v="587" actId="1076"/>
          <ac:spMkLst>
            <pc:docMk/>
            <pc:sldMk cId="1895879718" sldId="298"/>
            <ac:spMk id="29" creationId="{00000000-0000-0000-0000-000000000000}"/>
          </ac:spMkLst>
        </pc:spChg>
        <pc:spChg chg="mod">
          <ac:chgData name="Eli Rose" userId="be39807b-8b37-4d4d-8487-1f329b29f166" providerId="ADAL" clId="{6771D6FE-6647-4550-9EBE-9006BB8B6BC4}" dt="2026-10-28T03:17:06.639" v="708" actId="1035"/>
          <ac:spMkLst>
            <pc:docMk/>
            <pc:sldMk cId="1895879718" sldId="298"/>
            <ac:spMk id="30" creationId="{00000000-0000-0000-0000-000000000000}"/>
          </ac:spMkLst>
        </pc:spChg>
        <pc:spChg chg="mod">
          <ac:chgData name="Eli Rose" userId="be39807b-8b37-4d4d-8487-1f329b29f166" providerId="ADAL" clId="{6771D6FE-6647-4550-9EBE-9006BB8B6BC4}" dt="2026-10-28T03:14:22.678" v="587" actId="1076"/>
          <ac:spMkLst>
            <pc:docMk/>
            <pc:sldMk cId="1895879718" sldId="298"/>
            <ac:spMk id="31" creationId="{00000000-0000-0000-0000-000000000000}"/>
          </ac:spMkLst>
        </pc:spChg>
        <pc:spChg chg="mod">
          <ac:chgData name="Eli Rose" userId="be39807b-8b37-4d4d-8487-1f329b29f166" providerId="ADAL" clId="{6771D6FE-6647-4550-9EBE-9006BB8B6BC4}" dt="2026-10-28T03:17:06.639" v="708" actId="1035"/>
          <ac:spMkLst>
            <pc:docMk/>
            <pc:sldMk cId="1895879718" sldId="298"/>
            <ac:spMk id="32" creationId="{00000000-0000-0000-0000-000000000000}"/>
          </ac:spMkLst>
        </pc:spChg>
        <pc:spChg chg="mod">
          <ac:chgData name="Eli Rose" userId="be39807b-8b37-4d4d-8487-1f329b29f166" providerId="ADAL" clId="{6771D6FE-6647-4550-9EBE-9006BB8B6BC4}" dt="2026-10-28T03:14:22.678" v="587" actId="1076"/>
          <ac:spMkLst>
            <pc:docMk/>
            <pc:sldMk cId="1895879718" sldId="298"/>
            <ac:spMk id="34" creationId="{00000000-0000-0000-0000-000000000000}"/>
          </ac:spMkLst>
        </pc:spChg>
        <pc:spChg chg="mod">
          <ac:chgData name="Eli Rose" userId="be39807b-8b37-4d4d-8487-1f329b29f166" providerId="ADAL" clId="{6771D6FE-6647-4550-9EBE-9006BB8B6BC4}" dt="2026-10-28T03:17:06.639" v="708" actId="1035"/>
          <ac:spMkLst>
            <pc:docMk/>
            <pc:sldMk cId="1895879718" sldId="298"/>
            <ac:spMk id="36" creationId="{00000000-0000-0000-0000-000000000000}"/>
          </ac:spMkLst>
        </pc:spChg>
        <pc:spChg chg="mod">
          <ac:chgData name="Eli Rose" userId="be39807b-8b37-4d4d-8487-1f329b29f166" providerId="ADAL" clId="{6771D6FE-6647-4550-9EBE-9006BB8B6BC4}" dt="2026-10-28T03:14:22.678" v="587" actId="1076"/>
          <ac:spMkLst>
            <pc:docMk/>
            <pc:sldMk cId="1895879718" sldId="298"/>
            <ac:spMk id="37" creationId="{00000000-0000-0000-0000-000000000000}"/>
          </ac:spMkLst>
        </pc:spChg>
        <pc:spChg chg="mod">
          <ac:chgData name="Eli Rose" userId="be39807b-8b37-4d4d-8487-1f329b29f166" providerId="ADAL" clId="{6771D6FE-6647-4550-9EBE-9006BB8B6BC4}" dt="2026-10-28T03:14:22.678" v="587" actId="1076"/>
          <ac:spMkLst>
            <pc:docMk/>
            <pc:sldMk cId="1895879718" sldId="298"/>
            <ac:spMk id="39" creationId="{00000000-0000-0000-0000-000000000000}"/>
          </ac:spMkLst>
        </pc:spChg>
        <pc:spChg chg="mod ord">
          <ac:chgData name="Eli Rose" userId="be39807b-8b37-4d4d-8487-1f329b29f166" providerId="ADAL" clId="{6771D6FE-6647-4550-9EBE-9006BB8B6BC4}" dt="2026-10-28T03:13:22.298" v="573" actId="207"/>
          <ac:spMkLst>
            <pc:docMk/>
            <pc:sldMk cId="1895879718" sldId="298"/>
            <ac:spMk id="42" creationId="{BE1E3410-398D-402F-182F-1AD0CD530A50}"/>
          </ac:spMkLst>
        </pc:spChg>
        <pc:spChg chg="mod">
          <ac:chgData name="Eli Rose" userId="be39807b-8b37-4d4d-8487-1f329b29f166" providerId="ADAL" clId="{6771D6FE-6647-4550-9EBE-9006BB8B6BC4}" dt="2026-10-28T03:13:41.223" v="579" actId="113"/>
          <ac:spMkLst>
            <pc:docMk/>
            <pc:sldMk cId="1895879718" sldId="298"/>
            <ac:spMk id="47" creationId="{208EA093-33D8-648F-9654-25B299A8C8BE}"/>
          </ac:spMkLst>
        </pc:spChg>
        <pc:picChg chg="del mod modCrop">
          <ac:chgData name="Eli Rose" userId="be39807b-8b37-4d4d-8487-1f329b29f166" providerId="ADAL" clId="{6771D6FE-6647-4550-9EBE-9006BB8B6BC4}" dt="2026-10-28T03:13:57.866" v="580" actId="478"/>
          <ac:picMkLst>
            <pc:docMk/>
            <pc:sldMk cId="1895879718" sldId="298"/>
            <ac:picMk id="44" creationId="{F0FE7C4C-CF61-4053-C5BE-197CE68E2879}"/>
          </ac:picMkLst>
        </pc:picChg>
        <pc:picChg chg="del mod">
          <ac:chgData name="Eli Rose" userId="be39807b-8b37-4d4d-8487-1f329b29f166" providerId="ADAL" clId="{6771D6FE-6647-4550-9EBE-9006BB8B6BC4}" dt="2026-10-28T03:13:58.995" v="581" actId="478"/>
          <ac:picMkLst>
            <pc:docMk/>
            <pc:sldMk cId="1895879718" sldId="298"/>
            <ac:picMk id="46" creationId="{686A7930-45D0-62CC-5F3B-86A2745842F7}"/>
          </ac:picMkLst>
        </pc:picChg>
        <pc:picChg chg="del mod modCrop">
          <ac:chgData name="Eli Rose" userId="be39807b-8b37-4d4d-8487-1f329b29f166" providerId="ADAL" clId="{6771D6FE-6647-4550-9EBE-9006BB8B6BC4}" dt="2026-10-28T03:13:59.957" v="582" actId="478"/>
          <ac:picMkLst>
            <pc:docMk/>
            <pc:sldMk cId="1895879718" sldId="298"/>
            <ac:picMk id="49" creationId="{67F51D8E-6873-44B6-294B-BD0365AD8142}"/>
          </ac:picMkLst>
        </pc:picChg>
        <pc:picChg chg="del mod">
          <ac:chgData name="Eli Rose" userId="be39807b-8b37-4d4d-8487-1f329b29f166" providerId="ADAL" clId="{6771D6FE-6647-4550-9EBE-9006BB8B6BC4}" dt="2026-10-28T03:14:00.844" v="583" actId="478"/>
          <ac:picMkLst>
            <pc:docMk/>
            <pc:sldMk cId="1895879718" sldId="298"/>
            <ac:picMk id="50" creationId="{1B5A6500-D61C-8D99-D85B-8264ED6BBBF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FB30D-28FD-4053-A515-5A7C5CEFF3F8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6F7A7A-D68C-4A7F-B7BA-3428EA0F4B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28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1 minute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F7A7A-D68C-4A7F-B7BA-3428EA0F4B5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833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1 minute</a:t>
            </a:r>
          </a:p>
          <a:p>
            <a:br>
              <a:rPr lang="en-US">
                <a:latin typeface="Calibri"/>
                <a:ea typeface="Calibri"/>
                <a:cs typeface="Calibri"/>
              </a:rPr>
            </a:br>
            <a:r>
              <a:rPr lang="en-US">
                <a:latin typeface="Calibri"/>
                <a:ea typeface="Calibri"/>
                <a:cs typeface="Calibri"/>
              </a:rPr>
              <a:t>30 Seconds on AWS EC2 (Sam)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F7A7A-D68C-4A7F-B7BA-3428EA0F4B5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203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67AB-5AAE-18C6-9944-B3B3B4F10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C57E4-9A52-294C-0E09-6011D8877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ED7D8-FC06-1EA1-521A-5A13AB400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D0DC2-BBA1-70A1-9699-37393366C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1F4DC-2724-0C28-C1AD-92C187DD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888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7F34-9CB4-00D8-F5DB-B8E980AA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7211-C868-B25A-4D79-4B55ED30F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1EB73-265C-9338-CCBE-2491C939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85675-FCA9-C40B-BC8D-A9CF68727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E9FBB-9A53-BD7F-1C1F-E4AFA21A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01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50422-8A33-E793-C82D-32AE6390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8E460-3297-36EC-6891-9A0ABDC9C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3B2DF-50E6-301C-9F02-6D4EF66B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4A165-880E-FD79-B79E-819EC5B3A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81748-ED5E-B48C-52E4-1CB2539C5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643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53785-245D-9732-5D98-E8E7452FD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A388A-1A8C-7821-C9F8-2AF2630AD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11FD4-DC53-1CB3-1EF5-65F2D9A4C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E12F5-54A7-9085-B9D4-9A0359A74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29C49-BA01-E63C-0224-1762404BC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6340C-57CC-8C55-C513-8B164F17D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529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20BA9-F524-1383-DC39-14FF70D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B5D2F-C3DE-A354-4EAC-E67F145DC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20282-84C3-606B-8A6D-58DA99B50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5AFC4E-615D-398F-AFF6-1960B14E8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1CB097-3EAD-1485-2621-A8DB7211C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2C5143-B6C6-0BBC-72AA-AD6F7250C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A1F260-00DC-D796-F1A1-9B789116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98CF1-52AC-0EC4-8CAA-5E684A17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600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DFA19-96EF-3971-6465-91B4F34B5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91398B-FD05-1CF8-B305-FE13E081A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D4ED1-26E1-B400-C470-0760D4967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2B26A-A220-6FB1-4DFE-B0C9BDF0B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16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F6CAC0-08D2-3F33-E531-A13BCB86D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D6D8D7-5C6B-53D2-CB3C-AD6AF6B06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381B2-EBCF-A786-FAB8-D73707E5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760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DBDA-4EFF-AA77-DBA4-5ADBD69F8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8144D-4AD3-535A-6645-2760E68B9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C3481-120E-ABEC-0C13-016B75BBA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10636-73D3-BFFC-97B8-6A7421D64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CD732-EB71-58B6-C8E0-16EC600A0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FF124-9BE2-9E83-D72F-71ABBE1F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210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8D479-B560-0832-AF6A-9BA18EFC2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30E6D-9DDD-EA2C-323B-F1AF1282A2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C8122-F949-2E37-A855-7B4BAAB05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EF7E2-F078-F424-EBFC-9E7CFDA98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4F1CA-CEF6-C736-E3A3-C59A669E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4E8AE-723F-E87D-349A-A98DE16A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083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6FEB-4B82-3BE0-4434-2F6645223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FDB76-83FC-C7C9-4E7F-DDBEF8745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485A2-E200-5B49-D9A5-C730C3096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E3B96-D5A5-9286-E4AE-298276033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DA020-D39F-AAE8-D809-E09D6578A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7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5560F-9E8A-148D-E746-EE2E10F705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10569-5DF3-CAD5-CC4F-0B13235AA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C23F8-D9FA-4C05-4D48-75AE8DE23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3A8F-0147-4CA3-A143-B9D664F0D16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0C32C-472C-AF17-BB31-EB4A05AE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C8C7-07B1-D4DC-3A30-586F775C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89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111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00F38-1FBE-E448-0DD3-F492EF49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1D3DB-25FD-8CA8-B6F1-C0A40D493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1119D-6F61-E1F1-C996-2016F9FA69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E53A8F-0147-4CA3-A143-B9D664F0D16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7AEA1-B5F4-D5B0-56D0-29FC62269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3A506-44B0-FD89-6211-54ECC3018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1EAB0A-0069-4DF7-950C-03B5262DC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159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ace car on a track&#10;&#10;AI-generated content may be incorrect.">
            <a:extLst>
              <a:ext uri="{FF2B5EF4-FFF2-40B4-BE49-F238E27FC236}">
                <a16:creationId xmlns:a16="http://schemas.microsoft.com/office/drawing/2014/main" id="{81C4792B-A861-36D5-D203-4F20E083C7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00" t="247" r="6152" b="-75"/>
          <a:stretch>
            <a:fillRect/>
          </a:stretch>
        </p:blipFill>
        <p:spPr>
          <a:xfrm>
            <a:off x="-177658" y="-104205"/>
            <a:ext cx="12572331" cy="70776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16F9E4-E10D-A8FB-E79C-9C469312F7EF}"/>
              </a:ext>
            </a:extLst>
          </p:cNvPr>
          <p:cNvSpPr txBox="1"/>
          <p:nvPr/>
        </p:nvSpPr>
        <p:spPr>
          <a:xfrm>
            <a:off x="975351" y="87816"/>
            <a:ext cx="8492298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9600">
                <a:latin typeface="Poppins SemiBold"/>
                <a:cs typeface="Poppins SemiBold"/>
              </a:rPr>
              <a:t>Formula 1</a:t>
            </a:r>
            <a:endParaRPr lang="en-US" sz="9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8788B9-D850-BD0D-BCA7-88D5D7F63BA6}"/>
              </a:ext>
            </a:extLst>
          </p:cNvPr>
          <p:cNvSpPr txBox="1"/>
          <p:nvPr/>
        </p:nvSpPr>
        <p:spPr>
          <a:xfrm>
            <a:off x="971572" y="1438631"/>
            <a:ext cx="947812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pc="600">
                <a:latin typeface="Calibri Light"/>
                <a:ea typeface="Calibri Light"/>
                <a:cs typeface="Calibri Light"/>
              </a:rPr>
              <a:t>Telemetry Insights Visual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F7CBB5-FE68-33F4-9D63-F881538A8016}"/>
              </a:ext>
            </a:extLst>
          </p:cNvPr>
          <p:cNvSpPr txBox="1"/>
          <p:nvPr/>
        </p:nvSpPr>
        <p:spPr>
          <a:xfrm>
            <a:off x="1106043" y="5950027"/>
            <a:ext cx="947812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i="1" u="sng" spc="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Project Report By: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1B62B-2109-BB9F-6DD0-46ECD479464E}"/>
              </a:ext>
            </a:extLst>
          </p:cNvPr>
          <p:cNvSpPr txBox="1"/>
          <p:nvPr/>
        </p:nvSpPr>
        <p:spPr>
          <a:xfrm>
            <a:off x="1106042" y="6246360"/>
            <a:ext cx="9478128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i="1" spc="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Eli Rose, Caden Williamson, Sam Brooks, </a:t>
            </a:r>
            <a:endParaRPr lang="en-US" sz="1400" spc="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 i="1" spc="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Blake Dismore, Kolby Stoll, and Nicholas Calhoun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3" name="Picture 2" descr="I'm excited to announce that I will be spending the summer of 2024 as a  Motorsports Intern at the General Motors Technical Center in North  Carolina! I'm looking forward to working with">
            <a:extLst>
              <a:ext uri="{FF2B5EF4-FFF2-40B4-BE49-F238E27FC236}">
                <a16:creationId xmlns:a16="http://schemas.microsoft.com/office/drawing/2014/main" id="{A4B2AF3F-F2BB-EBBC-CF7F-80430726F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25725" y="239713"/>
            <a:ext cx="2391105" cy="11934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103D15-4DCD-FD09-D802-AECC6661E20F}"/>
              </a:ext>
            </a:extLst>
          </p:cNvPr>
          <p:cNvSpPr txBox="1"/>
          <p:nvPr/>
        </p:nvSpPr>
        <p:spPr>
          <a:xfrm>
            <a:off x="975351" y="20581"/>
            <a:ext cx="6217504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9600">
                <a:solidFill>
                  <a:srgbClr val="D60000"/>
                </a:solidFill>
                <a:latin typeface="Poppins SemiBold"/>
                <a:cs typeface="Poppins SemiBold"/>
              </a:rPr>
              <a:t>Formula 1</a:t>
            </a:r>
            <a:endParaRPr lang="en-US" sz="9600">
              <a:solidFill>
                <a:srgbClr val="D6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080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5094CB-8AF4-12B9-85FC-9406DA102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7D5719-D900-5C78-5CC2-78AB491860A5}"/>
              </a:ext>
            </a:extLst>
          </p:cNvPr>
          <p:cNvSpPr txBox="1"/>
          <p:nvPr/>
        </p:nvSpPr>
        <p:spPr>
          <a:xfrm>
            <a:off x="127673" y="255921"/>
            <a:ext cx="2648482" cy="7848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4500" b="1">
                <a:solidFill>
                  <a:schemeClr val="bg1"/>
                </a:solidFill>
                <a:latin typeface="Poppins SemiBold"/>
                <a:cs typeface="Poppins SemiBold"/>
              </a:rPr>
              <a:t>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D09EE9-F137-FA38-D5AA-8D70325FB16D}"/>
              </a:ext>
            </a:extLst>
          </p:cNvPr>
          <p:cNvSpPr txBox="1"/>
          <p:nvPr/>
        </p:nvSpPr>
        <p:spPr>
          <a:xfrm>
            <a:off x="125101" y="1337298"/>
            <a:ext cx="8756999" cy="5524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100">
                <a:solidFill>
                  <a:schemeClr val="bg1"/>
                </a:solidFill>
                <a:latin typeface="Poppins Medium"/>
                <a:cs typeface="Poppins Medium"/>
              </a:rPr>
              <a:t>Formula 1 is one of the most data-driven sports, yet driver impact is often overlooked</a:t>
            </a: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2100">
                <a:solidFill>
                  <a:schemeClr val="bg1"/>
                </a:solidFill>
                <a:latin typeface="Poppins Medium"/>
                <a:cs typeface="Poppins Medium"/>
              </a:rPr>
              <a:t>Engineers want to identify optimal lap patterns</a:t>
            </a: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2100">
                <a:solidFill>
                  <a:schemeClr val="bg1"/>
                </a:solidFill>
                <a:latin typeface="Poppins Medium"/>
                <a:cs typeface="Poppins Medium"/>
              </a:rPr>
              <a:t>Drivers benefit from objective performance feedback</a:t>
            </a: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endParaRPr lang="en-US" sz="2100">
              <a:solidFill>
                <a:schemeClr val="bg1"/>
              </a:solidFill>
              <a:latin typeface="Poppins Medium"/>
              <a:cs typeface="Poppins Medium"/>
            </a:endParaRPr>
          </a:p>
          <a:p>
            <a:pPr>
              <a:lnSpc>
                <a:spcPct val="130000"/>
              </a:lnSpc>
            </a:pPr>
            <a:r>
              <a:rPr lang="en-US" sz="2100">
                <a:solidFill>
                  <a:schemeClr val="bg1"/>
                </a:solidFill>
                <a:latin typeface="Poppins Medium"/>
                <a:cs typeface="Poppins Medium"/>
              </a:rPr>
              <a:t>What is hard about F1 telemetry analysis?</a:t>
            </a:r>
          </a:p>
          <a:p>
            <a:pPr marL="285750" indent="-285750">
              <a:lnSpc>
                <a:spcPct val="130000"/>
              </a:lnSpc>
              <a:buFont typeface="Arial,Sans-Serif"/>
              <a:buChar char="•"/>
            </a:pPr>
            <a:r>
              <a:rPr lang="en-US" sz="2100">
                <a:solidFill>
                  <a:schemeClr val="bg1"/>
                </a:solidFill>
                <a:latin typeface="Poppins Medium"/>
                <a:cs typeface="Poppins Medium"/>
              </a:rPr>
              <a:t>Raw lap data is massive, multidimensional, and difficult </a:t>
            </a:r>
            <a:br>
              <a:rPr lang="en-US" sz="2100">
                <a:solidFill>
                  <a:schemeClr val="bg1"/>
                </a:solidFill>
                <a:latin typeface="Poppins Medium"/>
                <a:cs typeface="Poppins Medium"/>
              </a:rPr>
            </a:br>
            <a:r>
              <a:rPr lang="en-US" sz="2100">
                <a:solidFill>
                  <a:schemeClr val="bg1"/>
                </a:solidFill>
                <a:latin typeface="Poppins Medium"/>
                <a:cs typeface="Poppins Medium"/>
              </a:rPr>
              <a:t>to interpret</a:t>
            </a:r>
          </a:p>
          <a:p>
            <a:pPr marL="285750" indent="-285750">
              <a:lnSpc>
                <a:spcPct val="130000"/>
              </a:lnSpc>
              <a:buFont typeface="Arial,Sans-Serif"/>
              <a:buChar char="•"/>
            </a:pPr>
            <a:r>
              <a:rPr lang="en-US" sz="2100">
                <a:solidFill>
                  <a:schemeClr val="bg1"/>
                </a:solidFill>
                <a:latin typeface="Poppins Medium"/>
                <a:cs typeface="Poppins Medium"/>
              </a:rPr>
              <a:t>Hard to identify patterns in driver performance manually</a:t>
            </a:r>
          </a:p>
          <a:p>
            <a:pPr marL="285750" indent="-285750">
              <a:lnSpc>
                <a:spcPct val="130000"/>
              </a:lnSpc>
              <a:buFont typeface="Arial,Sans-Serif"/>
              <a:buChar char="•"/>
            </a:pPr>
            <a:r>
              <a:rPr lang="en-US" sz="2100">
                <a:solidFill>
                  <a:schemeClr val="bg1"/>
                </a:solidFill>
                <a:latin typeface="Poppins Medium"/>
                <a:cs typeface="Poppins Medium"/>
              </a:rPr>
              <a:t>Need automated way to group similar laps and identify driving styles</a:t>
            </a:r>
          </a:p>
          <a:p>
            <a:pPr>
              <a:lnSpc>
                <a:spcPct val="130000"/>
              </a:lnSpc>
            </a:pPr>
            <a:endParaRPr lang="en-US" sz="2100">
              <a:solidFill>
                <a:schemeClr val="bg1"/>
              </a:solidFill>
              <a:latin typeface="Poppins Medium"/>
              <a:cs typeface="Poppins Medium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endParaRPr lang="en-US" sz="2100">
              <a:solidFill>
                <a:schemeClr val="bg1"/>
              </a:solidFill>
              <a:latin typeface="Poppins Medium"/>
              <a:cs typeface="Poppins Medium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949F017-5F19-00A4-E0A5-DCEA00EAA1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580000">
            <a:off x="8421636" y="2629117"/>
            <a:ext cx="1781369" cy="260688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5443B46-A37B-4AE9-41D4-CDBB9E7BAD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00000">
            <a:off x="8312836" y="-537095"/>
            <a:ext cx="6820786" cy="893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870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58C62F-3CCB-73D3-FCD1-F7126C04427F}"/>
              </a:ext>
            </a:extLst>
          </p:cNvPr>
          <p:cNvSpPr txBox="1"/>
          <p:nvPr/>
        </p:nvSpPr>
        <p:spPr>
          <a:xfrm>
            <a:off x="237607" y="148810"/>
            <a:ext cx="7408581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500" b="1">
                <a:solidFill>
                  <a:srgbClr val="FF0000"/>
                </a:solidFill>
                <a:latin typeface="Poppins SemiBold"/>
                <a:cs typeface="Poppins SemiBold"/>
              </a:rPr>
              <a:t>Objective</a:t>
            </a:r>
            <a:endParaRPr lang="en-US"/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0644C57F-A018-6840-CCA9-60CC784E505F}"/>
              </a:ext>
            </a:extLst>
          </p:cNvPr>
          <p:cNvSpPr/>
          <p:nvPr/>
        </p:nvSpPr>
        <p:spPr>
          <a:xfrm rot="21176416">
            <a:off x="-639636" y="5844849"/>
            <a:ext cx="13468633" cy="2215201"/>
          </a:xfrm>
          <a:prstGeom prst="parallelogram">
            <a:avLst/>
          </a:pr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75C23CC-4CC1-1B5F-B28E-46EE4703F2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347601">
            <a:off x="8722647" y="-289960"/>
            <a:ext cx="5945520" cy="5627010"/>
          </a:xfrm>
          <a:prstGeom prst="rect">
            <a:avLst/>
          </a:prstGeom>
        </p:spPr>
      </p:pic>
      <p:pic>
        <p:nvPicPr>
          <p:cNvPr id="6" name="Picture 5" descr="A race car with a black background&#10;&#10;AI-generated content may be incorrect.">
            <a:extLst>
              <a:ext uri="{FF2B5EF4-FFF2-40B4-BE49-F238E27FC236}">
                <a16:creationId xmlns:a16="http://schemas.microsoft.com/office/drawing/2014/main" id="{B64185D7-FE24-AD33-4F15-139D10515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171" y="3030942"/>
            <a:ext cx="8053185" cy="50828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96B8DB-EA94-D2FD-123C-143094E5A829}"/>
              </a:ext>
            </a:extLst>
          </p:cNvPr>
          <p:cNvSpPr txBox="1"/>
          <p:nvPr/>
        </p:nvSpPr>
        <p:spPr>
          <a:xfrm>
            <a:off x="235437" y="1047991"/>
            <a:ext cx="8314479" cy="61330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algn="l" rtl="0">
              <a:lnSpc>
                <a:spcPct val="150000"/>
              </a:lnSpc>
              <a:buFont typeface="Arial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Transform raw F1 telemetry into meaningful driver insights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algn="l" rtl="0">
              <a:lnSpc>
                <a:spcPct val="150000"/>
              </a:lnSpc>
              <a:buFont typeface="Arial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Identify performance patterns through clustering algorithms</a:t>
            </a:r>
            <a:r>
              <a:rPr lang="en-US" sz="2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en-US" sz="2400" b="0" i="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Group drivers into "driving styles"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Develop an interactive dashboard for intuitive data exploration</a:t>
            </a:r>
          </a:p>
          <a:p>
            <a:pPr marL="285750" lvl="0" indent="-285750" algn="l">
              <a:lnSpc>
                <a:spcPct val="150000"/>
              </a:lnSpc>
              <a:buFont typeface="Arial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Given the choice between two open source F1 data sources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en-US" sz="2400" dirty="0"/>
          </a:p>
          <a:p>
            <a:pPr marL="742950" lvl="1" indent="-285750" algn="l" rtl="0">
              <a:lnSpc>
                <a:spcPct val="150000"/>
              </a:lnSpc>
              <a:buFont typeface="Arial"/>
              <a:buChar char="•"/>
            </a:pPr>
            <a:r>
              <a:rPr lang="en-US" sz="240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Tracing Insights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vs FastF1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lvl="1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285750" lvl="0" indent="-285750" algn="l" rtl="0">
              <a:lnSpc>
                <a:spcPct val="150000"/>
              </a:lnSpc>
              <a:buFont typeface="Arial"/>
              <a:buChar char="•"/>
            </a:pPr>
            <a:endParaRPr lang="en-US" sz="2400" b="0" i="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algn="ctr"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8773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C6766-2ECF-99B7-C809-E86EEF4A2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>
            <a:extLst>
              <a:ext uri="{FF2B5EF4-FFF2-40B4-BE49-F238E27FC236}">
                <a16:creationId xmlns:a16="http://schemas.microsoft.com/office/drawing/2014/main" id="{8C555F97-B3B4-8FE7-7C87-FB72178514C0}"/>
              </a:ext>
            </a:extLst>
          </p:cNvPr>
          <p:cNvSpPr/>
          <p:nvPr/>
        </p:nvSpPr>
        <p:spPr>
          <a:xfrm rot="21176416">
            <a:off x="-639636" y="5844849"/>
            <a:ext cx="13468633" cy="2215201"/>
          </a:xfrm>
          <a:prstGeom prst="parallelogram">
            <a:avLst/>
          </a:pr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1D98B1-B983-1150-B8B1-56FF9B73B652}"/>
              </a:ext>
            </a:extLst>
          </p:cNvPr>
          <p:cNvSpPr txBox="1"/>
          <p:nvPr/>
        </p:nvSpPr>
        <p:spPr>
          <a:xfrm>
            <a:off x="4135846" y="137540"/>
            <a:ext cx="4120359" cy="7920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4500" b="1">
                <a:solidFill>
                  <a:srgbClr val="FF0000"/>
                </a:solidFill>
                <a:latin typeface="Poppins SemiBold"/>
                <a:cs typeface="Poppins SemiBold"/>
              </a:rPr>
              <a:t>Architecture</a:t>
            </a:r>
            <a:endParaRPr lang="en-US" sz="4500" b="1">
              <a:solidFill>
                <a:srgbClr val="FF0000"/>
              </a:solidFill>
              <a:latin typeface="Poppins SemiBold"/>
              <a:cs typeface="Poppins SemiBold"/>
            </a:endParaRP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98FB78D1-D0BC-11F7-9FDC-92C55A3A57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8553" y="25372862"/>
            <a:ext cx="12673439" cy="740567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72651C1-D2FE-748C-5B8F-714E5F43C7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8553" y="25372862"/>
            <a:ext cx="12673439" cy="740567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70A3CB7-5489-3F08-ABFC-D61B36A84C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5680" y="939219"/>
            <a:ext cx="10200640" cy="536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329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C6766-2ECF-99B7-C809-E86EEF4A2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raphic 9">
            <a:extLst>
              <a:ext uri="{FF2B5EF4-FFF2-40B4-BE49-F238E27FC236}">
                <a16:creationId xmlns:a16="http://schemas.microsoft.com/office/drawing/2014/main" id="{4A25D715-3778-1B89-FD61-62777D509B33}"/>
              </a:ext>
            </a:extLst>
          </p:cNvPr>
          <p:cNvSpPr/>
          <p:nvPr/>
        </p:nvSpPr>
        <p:spPr>
          <a:xfrm>
            <a:off x="-1257" y="5289"/>
            <a:ext cx="12188809" cy="6854882"/>
          </a:xfrm>
          <a:custGeom>
            <a:avLst/>
            <a:gdLst>
              <a:gd name="connsiteX0" fmla="*/ 3484508 w 5585039"/>
              <a:gd name="connsiteY0" fmla="*/ 2738580 h 2765812"/>
              <a:gd name="connsiteX1" fmla="*/ 3575943 w 5585039"/>
              <a:gd name="connsiteY1" fmla="*/ 2753509 h 2765812"/>
              <a:gd name="connsiteX2" fmla="*/ 3583407 w 5585039"/>
              <a:gd name="connsiteY2" fmla="*/ 2746666 h 2765812"/>
              <a:gd name="connsiteX3" fmla="*/ 3595226 w 5585039"/>
              <a:gd name="connsiteY3" fmla="*/ 2731116 h 2765812"/>
              <a:gd name="connsiteX4" fmla="*/ 3602068 w 5585039"/>
              <a:gd name="connsiteY4" fmla="*/ 2688819 h 2765812"/>
              <a:gd name="connsiteX5" fmla="*/ 3590872 w 5585039"/>
              <a:gd name="connsiteY5" fmla="*/ 2661451 h 2765812"/>
              <a:gd name="connsiteX6" fmla="*/ 3498192 w 5585039"/>
              <a:gd name="connsiteY6" fmla="*/ 2532072 h 2765812"/>
              <a:gd name="connsiteX7" fmla="*/ 3473933 w 5585039"/>
              <a:gd name="connsiteY7" fmla="*/ 2497862 h 2765812"/>
              <a:gd name="connsiteX8" fmla="*/ 3348909 w 5585039"/>
              <a:gd name="connsiteY8" fmla="*/ 2323699 h 2765812"/>
              <a:gd name="connsiteX9" fmla="*/ 3322163 w 5585039"/>
              <a:gd name="connsiteY9" fmla="*/ 2286378 h 2765812"/>
              <a:gd name="connsiteX10" fmla="*/ 3190296 w 5585039"/>
              <a:gd name="connsiteY10" fmla="*/ 2102263 h 2765812"/>
              <a:gd name="connsiteX11" fmla="*/ 3161062 w 5585039"/>
              <a:gd name="connsiteY11" fmla="*/ 2061210 h 2765812"/>
              <a:gd name="connsiteX12" fmla="*/ 2930296 w 5585039"/>
              <a:gd name="connsiteY12" fmla="*/ 1739630 h 2765812"/>
              <a:gd name="connsiteX13" fmla="*/ 2895463 w 5585039"/>
              <a:gd name="connsiteY13" fmla="*/ 1690491 h 2765812"/>
              <a:gd name="connsiteX14" fmla="*/ 2873693 w 5585039"/>
              <a:gd name="connsiteY14" fmla="*/ 1660013 h 2765812"/>
              <a:gd name="connsiteX15" fmla="*/ 2895463 w 5585039"/>
              <a:gd name="connsiteY15" fmla="*/ 1629534 h 2765812"/>
              <a:gd name="connsiteX16" fmla="*/ 2930296 w 5585039"/>
              <a:gd name="connsiteY16" fmla="*/ 1580395 h 2765812"/>
              <a:gd name="connsiteX17" fmla="*/ 3118143 w 5585039"/>
              <a:gd name="connsiteY17" fmla="*/ 1318528 h 2765812"/>
              <a:gd name="connsiteX18" fmla="*/ 3268048 w 5585039"/>
              <a:gd name="connsiteY18" fmla="*/ 1330347 h 2765812"/>
              <a:gd name="connsiteX19" fmla="*/ 3302880 w 5585039"/>
              <a:gd name="connsiteY19" fmla="*/ 1334079 h 2765812"/>
              <a:gd name="connsiteX20" fmla="*/ 3557283 w 5585039"/>
              <a:gd name="connsiteY20" fmla="*/ 1372021 h 2765812"/>
              <a:gd name="connsiteX21" fmla="*/ 3591494 w 5585039"/>
              <a:gd name="connsiteY21" fmla="*/ 1378863 h 2765812"/>
              <a:gd name="connsiteX22" fmla="*/ 3602068 w 5585039"/>
              <a:gd name="connsiteY22" fmla="*/ 1380729 h 2765812"/>
              <a:gd name="connsiteX23" fmla="*/ 3880107 w 5585039"/>
              <a:gd name="connsiteY23" fmla="*/ 1455371 h 2765812"/>
              <a:gd name="connsiteX24" fmla="*/ 3913073 w 5585039"/>
              <a:gd name="connsiteY24" fmla="*/ 1467189 h 2765812"/>
              <a:gd name="connsiteX25" fmla="*/ 4044318 w 5585039"/>
              <a:gd name="connsiteY25" fmla="*/ 1521304 h 2765812"/>
              <a:gd name="connsiteX26" fmla="*/ 3911207 w 5585039"/>
              <a:gd name="connsiteY26" fmla="*/ 1720348 h 2765812"/>
              <a:gd name="connsiteX27" fmla="*/ 3916183 w 5585039"/>
              <a:gd name="connsiteY27" fmla="*/ 1915037 h 2765812"/>
              <a:gd name="connsiteX28" fmla="*/ 3916183 w 5585039"/>
              <a:gd name="connsiteY28" fmla="*/ 1915037 h 2765812"/>
              <a:gd name="connsiteX29" fmla="*/ 3977763 w 5585039"/>
              <a:gd name="connsiteY29" fmla="*/ 1991545 h 2765812"/>
              <a:gd name="connsiteX30" fmla="*/ 4003887 w 5585039"/>
              <a:gd name="connsiteY30" fmla="*/ 2016425 h 2765812"/>
              <a:gd name="connsiteX31" fmla="*/ 4030634 w 5585039"/>
              <a:gd name="connsiteY31" fmla="*/ 2040061 h 2765812"/>
              <a:gd name="connsiteX32" fmla="*/ 4082260 w 5585039"/>
              <a:gd name="connsiteY32" fmla="*/ 2082358 h 2765812"/>
              <a:gd name="connsiteX33" fmla="*/ 4227189 w 5585039"/>
              <a:gd name="connsiteY33" fmla="*/ 2180014 h 2765812"/>
              <a:gd name="connsiteX34" fmla="*/ 4258290 w 5585039"/>
              <a:gd name="connsiteY34" fmla="*/ 2196808 h 2765812"/>
              <a:gd name="connsiteX35" fmla="*/ 4525133 w 5585039"/>
              <a:gd name="connsiteY35" fmla="*/ 2278292 h 2765812"/>
              <a:gd name="connsiteX36" fmla="*/ 4555611 w 5585039"/>
              <a:gd name="connsiteY36" fmla="*/ 2280158 h 2765812"/>
              <a:gd name="connsiteX37" fmla="*/ 4582980 w 5585039"/>
              <a:gd name="connsiteY37" fmla="*/ 2280158 h 2765812"/>
              <a:gd name="connsiteX38" fmla="*/ 4797573 w 5585039"/>
              <a:gd name="connsiteY38" fmla="*/ 2221067 h 2765812"/>
              <a:gd name="connsiteX39" fmla="*/ 4801306 w 5585039"/>
              <a:gd name="connsiteY39" fmla="*/ 2218579 h 2765812"/>
              <a:gd name="connsiteX40" fmla="*/ 4803794 w 5585039"/>
              <a:gd name="connsiteY40" fmla="*/ 2214847 h 2765812"/>
              <a:gd name="connsiteX41" fmla="*/ 5519107 w 5585039"/>
              <a:gd name="connsiteY41" fmla="*/ 1360203 h 2765812"/>
              <a:gd name="connsiteX42" fmla="*/ 5585040 w 5585039"/>
              <a:gd name="connsiteY42" fmla="*/ 1324748 h 2765812"/>
              <a:gd name="connsiteX43" fmla="*/ 5509777 w 5585039"/>
              <a:gd name="connsiteY43" fmla="*/ 1319150 h 2765812"/>
              <a:gd name="connsiteX44" fmla="*/ 4801306 w 5585039"/>
              <a:gd name="connsiteY44" fmla="*/ 1042977 h 2765812"/>
              <a:gd name="connsiteX45" fmla="*/ 4855421 w 5585039"/>
              <a:gd name="connsiteY45" fmla="*/ 897427 h 2765812"/>
              <a:gd name="connsiteX46" fmla="*/ 4825564 w 5585039"/>
              <a:gd name="connsiteY46" fmla="*/ 552210 h 2765812"/>
              <a:gd name="connsiteX47" fmla="*/ 4581114 w 5585039"/>
              <a:gd name="connsiteY47" fmla="*/ 304028 h 2765812"/>
              <a:gd name="connsiteX48" fmla="*/ 3986471 w 5585039"/>
              <a:gd name="connsiteY48" fmla="*/ 106850 h 2765812"/>
              <a:gd name="connsiteX49" fmla="*/ 3988337 w 5585039"/>
              <a:gd name="connsiteY49" fmla="*/ 103740 h 2765812"/>
              <a:gd name="connsiteX50" fmla="*/ 3973409 w 5585039"/>
              <a:gd name="connsiteY50" fmla="*/ 12304 h 2765812"/>
              <a:gd name="connsiteX51" fmla="*/ 3881973 w 5585039"/>
              <a:gd name="connsiteY51" fmla="*/ 27233 h 2765812"/>
              <a:gd name="connsiteX52" fmla="*/ 2792209 w 5585039"/>
              <a:gd name="connsiteY52" fmla="*/ 1546184 h 2765812"/>
              <a:gd name="connsiteX53" fmla="*/ 1703067 w 5585039"/>
              <a:gd name="connsiteY53" fmla="*/ 29721 h 2765812"/>
              <a:gd name="connsiteX54" fmla="*/ 1611631 w 5585039"/>
              <a:gd name="connsiteY54" fmla="*/ 14792 h 2765812"/>
              <a:gd name="connsiteX55" fmla="*/ 1596703 w 5585039"/>
              <a:gd name="connsiteY55" fmla="*/ 106228 h 2765812"/>
              <a:gd name="connsiteX56" fmla="*/ 1598569 w 5585039"/>
              <a:gd name="connsiteY56" fmla="*/ 109338 h 2765812"/>
              <a:gd name="connsiteX57" fmla="*/ 1003926 w 5585039"/>
              <a:gd name="connsiteY57" fmla="*/ 306516 h 2765812"/>
              <a:gd name="connsiteX58" fmla="*/ 759476 w 5585039"/>
              <a:gd name="connsiteY58" fmla="*/ 554698 h 2765812"/>
              <a:gd name="connsiteX59" fmla="*/ 729619 w 5585039"/>
              <a:gd name="connsiteY59" fmla="*/ 899915 h 2765812"/>
              <a:gd name="connsiteX60" fmla="*/ 783734 w 5585039"/>
              <a:gd name="connsiteY60" fmla="*/ 1045465 h 2765812"/>
              <a:gd name="connsiteX61" fmla="*/ 75263 w 5585039"/>
              <a:gd name="connsiteY61" fmla="*/ 1321638 h 2765812"/>
              <a:gd name="connsiteX62" fmla="*/ 0 w 5585039"/>
              <a:gd name="connsiteY62" fmla="*/ 1327236 h 2765812"/>
              <a:gd name="connsiteX63" fmla="*/ 65933 w 5585039"/>
              <a:gd name="connsiteY63" fmla="*/ 1362691 h 2765812"/>
              <a:gd name="connsiteX64" fmla="*/ 781246 w 5585039"/>
              <a:gd name="connsiteY64" fmla="*/ 2217335 h 2765812"/>
              <a:gd name="connsiteX65" fmla="*/ 783734 w 5585039"/>
              <a:gd name="connsiteY65" fmla="*/ 2221067 h 2765812"/>
              <a:gd name="connsiteX66" fmla="*/ 787466 w 5585039"/>
              <a:gd name="connsiteY66" fmla="*/ 2223555 h 2765812"/>
              <a:gd name="connsiteX67" fmla="*/ 1002060 w 5585039"/>
              <a:gd name="connsiteY67" fmla="*/ 2282646 h 2765812"/>
              <a:gd name="connsiteX68" fmla="*/ 1117754 w 5585039"/>
              <a:gd name="connsiteY68" fmla="*/ 2273316 h 2765812"/>
              <a:gd name="connsiteX69" fmla="*/ 1158185 w 5585039"/>
              <a:gd name="connsiteY69" fmla="*/ 2264608 h 2765812"/>
              <a:gd name="connsiteX70" fmla="*/ 1411344 w 5585039"/>
              <a:gd name="connsiteY70" fmla="*/ 2150780 h 2765812"/>
              <a:gd name="connsiteX71" fmla="*/ 1440578 w 5585039"/>
              <a:gd name="connsiteY71" fmla="*/ 2131497 h 2765812"/>
              <a:gd name="connsiteX72" fmla="*/ 1503401 w 5585039"/>
              <a:gd name="connsiteY72" fmla="*/ 2085468 h 2765812"/>
              <a:gd name="connsiteX73" fmla="*/ 1555028 w 5585039"/>
              <a:gd name="connsiteY73" fmla="*/ 2043172 h 2765812"/>
              <a:gd name="connsiteX74" fmla="*/ 1660148 w 5585039"/>
              <a:gd name="connsiteY74" fmla="*/ 1934320 h 2765812"/>
              <a:gd name="connsiteX75" fmla="*/ 1669478 w 5585039"/>
              <a:gd name="connsiteY75" fmla="*/ 1918147 h 2765812"/>
              <a:gd name="connsiteX76" fmla="*/ 1669478 w 5585039"/>
              <a:gd name="connsiteY76" fmla="*/ 1918147 h 2765812"/>
              <a:gd name="connsiteX77" fmla="*/ 1678187 w 5585039"/>
              <a:gd name="connsiteY77" fmla="*/ 1895133 h 2765812"/>
              <a:gd name="connsiteX78" fmla="*/ 1674455 w 5585039"/>
              <a:gd name="connsiteY78" fmla="*/ 1723458 h 2765812"/>
              <a:gd name="connsiteX79" fmla="*/ 1541344 w 5585039"/>
              <a:gd name="connsiteY79" fmla="*/ 1524414 h 2765812"/>
              <a:gd name="connsiteX80" fmla="*/ 1780197 w 5585039"/>
              <a:gd name="connsiteY80" fmla="*/ 1434845 h 2765812"/>
              <a:gd name="connsiteX81" fmla="*/ 1813785 w 5585039"/>
              <a:gd name="connsiteY81" fmla="*/ 1424892 h 2765812"/>
              <a:gd name="connsiteX82" fmla="*/ 1983594 w 5585039"/>
              <a:gd name="connsiteY82" fmla="*/ 1383839 h 2765812"/>
              <a:gd name="connsiteX83" fmla="*/ 2115461 w 5585039"/>
              <a:gd name="connsiteY83" fmla="*/ 1359581 h 2765812"/>
              <a:gd name="connsiteX84" fmla="*/ 2150293 w 5585039"/>
              <a:gd name="connsiteY84" fmla="*/ 1353983 h 2765812"/>
              <a:gd name="connsiteX85" fmla="*/ 2467519 w 5585039"/>
              <a:gd name="connsiteY85" fmla="*/ 1321016 h 2765812"/>
              <a:gd name="connsiteX86" fmla="*/ 2522878 w 5585039"/>
              <a:gd name="connsiteY86" fmla="*/ 1398146 h 2765812"/>
              <a:gd name="connsiteX87" fmla="*/ 2566419 w 5585039"/>
              <a:gd name="connsiteY87" fmla="*/ 1458481 h 2765812"/>
              <a:gd name="connsiteX88" fmla="*/ 2712592 w 5585039"/>
              <a:gd name="connsiteY88" fmla="*/ 1661879 h 2765812"/>
              <a:gd name="connsiteX89" fmla="*/ 2611826 w 5585039"/>
              <a:gd name="connsiteY89" fmla="*/ 1802453 h 2765812"/>
              <a:gd name="connsiteX90" fmla="*/ 2581969 w 5585039"/>
              <a:gd name="connsiteY90" fmla="*/ 1844128 h 2765812"/>
              <a:gd name="connsiteX91" fmla="*/ 2206896 w 5585039"/>
              <a:gd name="connsiteY91" fmla="*/ 2366617 h 2765812"/>
              <a:gd name="connsiteX92" fmla="*/ 2182638 w 5585039"/>
              <a:gd name="connsiteY92" fmla="*/ 2400206 h 2765812"/>
              <a:gd name="connsiteX93" fmla="*/ 2062590 w 5585039"/>
              <a:gd name="connsiteY93" fmla="*/ 2567527 h 2765812"/>
              <a:gd name="connsiteX94" fmla="*/ 2040197 w 5585039"/>
              <a:gd name="connsiteY94" fmla="*/ 2598628 h 2765812"/>
              <a:gd name="connsiteX95" fmla="*/ 1994790 w 5585039"/>
              <a:gd name="connsiteY95" fmla="*/ 2661451 h 2765812"/>
              <a:gd name="connsiteX96" fmla="*/ 1990436 w 5585039"/>
              <a:gd name="connsiteY96" fmla="*/ 2731116 h 2765812"/>
              <a:gd name="connsiteX97" fmla="*/ 2009719 w 5585039"/>
              <a:gd name="connsiteY97" fmla="*/ 2752887 h 2765812"/>
              <a:gd name="connsiteX98" fmla="*/ 2101154 w 5585039"/>
              <a:gd name="connsiteY98" fmla="*/ 2737958 h 2765812"/>
              <a:gd name="connsiteX99" fmla="*/ 2111107 w 5585039"/>
              <a:gd name="connsiteY99" fmla="*/ 2723652 h 2765812"/>
              <a:gd name="connsiteX100" fmla="*/ 2133499 w 5585039"/>
              <a:gd name="connsiteY100" fmla="*/ 2692552 h 2765812"/>
              <a:gd name="connsiteX101" fmla="*/ 2241107 w 5585039"/>
              <a:gd name="connsiteY101" fmla="*/ 2542025 h 2765812"/>
              <a:gd name="connsiteX102" fmla="*/ 2265365 w 5585039"/>
              <a:gd name="connsiteY102" fmla="*/ 2508436 h 2765812"/>
              <a:gd name="connsiteX103" fmla="*/ 2606228 w 5585039"/>
              <a:gd name="connsiteY103" fmla="*/ 2033841 h 2765812"/>
              <a:gd name="connsiteX104" fmla="*/ 2636084 w 5585039"/>
              <a:gd name="connsiteY104" fmla="*/ 1992167 h 2765812"/>
              <a:gd name="connsiteX105" fmla="*/ 2792831 w 5585039"/>
              <a:gd name="connsiteY105" fmla="*/ 1773841 h 2765812"/>
              <a:gd name="connsiteX106" fmla="*/ 2895463 w 5585039"/>
              <a:gd name="connsiteY106" fmla="*/ 1916903 h 2765812"/>
              <a:gd name="connsiteX107" fmla="*/ 2930296 w 5585039"/>
              <a:gd name="connsiteY107" fmla="*/ 1966042 h 2765812"/>
              <a:gd name="connsiteX108" fmla="*/ 3133693 w 5585039"/>
              <a:gd name="connsiteY108" fmla="*/ 2249057 h 2765812"/>
              <a:gd name="connsiteX109" fmla="*/ 3162928 w 5585039"/>
              <a:gd name="connsiteY109" fmla="*/ 2290110 h 2765812"/>
              <a:gd name="connsiteX110" fmla="*/ 3279866 w 5585039"/>
              <a:gd name="connsiteY110" fmla="*/ 2453077 h 2765812"/>
              <a:gd name="connsiteX111" fmla="*/ 3306612 w 5585039"/>
              <a:gd name="connsiteY111" fmla="*/ 2490398 h 2765812"/>
              <a:gd name="connsiteX112" fmla="*/ 3417330 w 5585039"/>
              <a:gd name="connsiteY112" fmla="*/ 2644657 h 2765812"/>
              <a:gd name="connsiteX113" fmla="*/ 3441589 w 5585039"/>
              <a:gd name="connsiteY113" fmla="*/ 2678867 h 2765812"/>
              <a:gd name="connsiteX114" fmla="*/ 3484508 w 5585039"/>
              <a:gd name="connsiteY114" fmla="*/ 2738580 h 2765812"/>
              <a:gd name="connsiteX115" fmla="*/ 2083116 w 5585039"/>
              <a:gd name="connsiteY115" fmla="*/ 2731738 h 2765812"/>
              <a:gd name="connsiteX116" fmla="*/ 2082494 w 5585039"/>
              <a:gd name="connsiteY116" fmla="*/ 2736714 h 2765812"/>
              <a:gd name="connsiteX117" fmla="*/ 2080628 w 5585039"/>
              <a:gd name="connsiteY117" fmla="*/ 2732360 h 2765812"/>
              <a:gd name="connsiteX118" fmla="*/ 2075652 w 5585039"/>
              <a:gd name="connsiteY118" fmla="*/ 2721786 h 2765812"/>
              <a:gd name="connsiteX119" fmla="*/ 2056992 w 5585039"/>
              <a:gd name="connsiteY119" fmla="*/ 2695040 h 2765812"/>
              <a:gd name="connsiteX120" fmla="*/ 2050149 w 5585039"/>
              <a:gd name="connsiteY120" fmla="*/ 2690686 h 2765812"/>
              <a:gd name="connsiteX121" fmla="*/ 2042685 w 5585039"/>
              <a:gd name="connsiteY121" fmla="*/ 2687575 h 2765812"/>
              <a:gd name="connsiteX122" fmla="*/ 2035221 w 5585039"/>
              <a:gd name="connsiteY122" fmla="*/ 2685709 h 2765812"/>
              <a:gd name="connsiteX123" fmla="*/ 2031489 w 5585039"/>
              <a:gd name="connsiteY123" fmla="*/ 2685709 h 2765812"/>
              <a:gd name="connsiteX124" fmla="*/ 2027757 w 5585039"/>
              <a:gd name="connsiteY124" fmla="*/ 2685709 h 2765812"/>
              <a:gd name="connsiteX125" fmla="*/ 2020915 w 5585039"/>
              <a:gd name="connsiteY125" fmla="*/ 2685709 h 2765812"/>
              <a:gd name="connsiteX126" fmla="*/ 2015939 w 5585039"/>
              <a:gd name="connsiteY126" fmla="*/ 2685709 h 2765812"/>
              <a:gd name="connsiteX127" fmla="*/ 2010963 w 5585039"/>
              <a:gd name="connsiteY127" fmla="*/ 2685709 h 2765812"/>
              <a:gd name="connsiteX128" fmla="*/ 2014695 w 5585039"/>
              <a:gd name="connsiteY128" fmla="*/ 2683221 h 2765812"/>
              <a:gd name="connsiteX129" fmla="*/ 2019671 w 5585039"/>
              <a:gd name="connsiteY129" fmla="*/ 2680733 h 2765812"/>
              <a:gd name="connsiteX130" fmla="*/ 2026513 w 5585039"/>
              <a:gd name="connsiteY130" fmla="*/ 2678245 h 2765812"/>
              <a:gd name="connsiteX131" fmla="*/ 2035221 w 5585039"/>
              <a:gd name="connsiteY131" fmla="*/ 2676379 h 2765812"/>
              <a:gd name="connsiteX132" fmla="*/ 2045173 w 5585039"/>
              <a:gd name="connsiteY132" fmla="*/ 2676379 h 2765812"/>
              <a:gd name="connsiteX133" fmla="*/ 2050772 w 5585039"/>
              <a:gd name="connsiteY133" fmla="*/ 2677623 h 2765812"/>
              <a:gd name="connsiteX134" fmla="*/ 2056370 w 5585039"/>
              <a:gd name="connsiteY134" fmla="*/ 2679489 h 2765812"/>
              <a:gd name="connsiteX135" fmla="*/ 2066322 w 5585039"/>
              <a:gd name="connsiteY135" fmla="*/ 2685087 h 2765812"/>
              <a:gd name="connsiteX136" fmla="*/ 2079384 w 5585039"/>
              <a:gd name="connsiteY136" fmla="*/ 2702504 h 2765812"/>
              <a:gd name="connsiteX137" fmla="*/ 2084360 w 5585039"/>
              <a:gd name="connsiteY137" fmla="*/ 2719920 h 2765812"/>
              <a:gd name="connsiteX138" fmla="*/ 2084360 w 5585039"/>
              <a:gd name="connsiteY138" fmla="*/ 2732360 h 2765812"/>
              <a:gd name="connsiteX139" fmla="*/ 3503168 w 5585039"/>
              <a:gd name="connsiteY139" fmla="*/ 2719298 h 2765812"/>
              <a:gd name="connsiteX140" fmla="*/ 3508144 w 5585039"/>
              <a:gd name="connsiteY140" fmla="*/ 2701882 h 2765812"/>
              <a:gd name="connsiteX141" fmla="*/ 3521206 w 5585039"/>
              <a:gd name="connsiteY141" fmla="*/ 2684465 h 2765812"/>
              <a:gd name="connsiteX142" fmla="*/ 3531158 w 5585039"/>
              <a:gd name="connsiteY142" fmla="*/ 2678867 h 2765812"/>
              <a:gd name="connsiteX143" fmla="*/ 3536757 w 5585039"/>
              <a:gd name="connsiteY143" fmla="*/ 2677001 h 2765812"/>
              <a:gd name="connsiteX144" fmla="*/ 3542355 w 5585039"/>
              <a:gd name="connsiteY144" fmla="*/ 2675757 h 2765812"/>
              <a:gd name="connsiteX145" fmla="*/ 3552307 w 5585039"/>
              <a:gd name="connsiteY145" fmla="*/ 2675757 h 2765812"/>
              <a:gd name="connsiteX146" fmla="*/ 3561015 w 5585039"/>
              <a:gd name="connsiteY146" fmla="*/ 2677623 h 2765812"/>
              <a:gd name="connsiteX147" fmla="*/ 3567857 w 5585039"/>
              <a:gd name="connsiteY147" fmla="*/ 2680111 h 2765812"/>
              <a:gd name="connsiteX148" fmla="*/ 3572833 w 5585039"/>
              <a:gd name="connsiteY148" fmla="*/ 2682599 h 2765812"/>
              <a:gd name="connsiteX149" fmla="*/ 3576565 w 5585039"/>
              <a:gd name="connsiteY149" fmla="*/ 2685087 h 2765812"/>
              <a:gd name="connsiteX150" fmla="*/ 3571589 w 5585039"/>
              <a:gd name="connsiteY150" fmla="*/ 2685087 h 2765812"/>
              <a:gd name="connsiteX151" fmla="*/ 3566613 w 5585039"/>
              <a:gd name="connsiteY151" fmla="*/ 2685087 h 2765812"/>
              <a:gd name="connsiteX152" fmla="*/ 3559771 w 5585039"/>
              <a:gd name="connsiteY152" fmla="*/ 2685087 h 2765812"/>
              <a:gd name="connsiteX153" fmla="*/ 3556039 w 5585039"/>
              <a:gd name="connsiteY153" fmla="*/ 2685087 h 2765812"/>
              <a:gd name="connsiteX154" fmla="*/ 3552307 w 5585039"/>
              <a:gd name="connsiteY154" fmla="*/ 2685087 h 2765812"/>
              <a:gd name="connsiteX155" fmla="*/ 3544843 w 5585039"/>
              <a:gd name="connsiteY155" fmla="*/ 2686953 h 2765812"/>
              <a:gd name="connsiteX156" fmla="*/ 3537379 w 5585039"/>
              <a:gd name="connsiteY156" fmla="*/ 2690063 h 2765812"/>
              <a:gd name="connsiteX157" fmla="*/ 3530536 w 5585039"/>
              <a:gd name="connsiteY157" fmla="*/ 2694417 h 2765812"/>
              <a:gd name="connsiteX158" fmla="*/ 3511876 w 5585039"/>
              <a:gd name="connsiteY158" fmla="*/ 2721164 h 2765812"/>
              <a:gd name="connsiteX159" fmla="*/ 3506900 w 5585039"/>
              <a:gd name="connsiteY159" fmla="*/ 2731738 h 2765812"/>
              <a:gd name="connsiteX160" fmla="*/ 3505034 w 5585039"/>
              <a:gd name="connsiteY160" fmla="*/ 2736092 h 2765812"/>
              <a:gd name="connsiteX161" fmla="*/ 3504412 w 5585039"/>
              <a:gd name="connsiteY161" fmla="*/ 2731116 h 2765812"/>
              <a:gd name="connsiteX162" fmla="*/ 3504412 w 5585039"/>
              <a:gd name="connsiteY162" fmla="*/ 2718676 h 2765812"/>
              <a:gd name="connsiteX163" fmla="*/ 3561637 w 5585039"/>
              <a:gd name="connsiteY163" fmla="*/ 1057284 h 2765812"/>
              <a:gd name="connsiteX164" fmla="*/ 3633790 w 5585039"/>
              <a:gd name="connsiteY164" fmla="*/ 970202 h 2765812"/>
              <a:gd name="connsiteX165" fmla="*/ 3753838 w 5585039"/>
              <a:gd name="connsiteY165" fmla="*/ 805991 h 2765812"/>
              <a:gd name="connsiteX166" fmla="*/ 4000155 w 5585039"/>
              <a:gd name="connsiteY166" fmla="*/ 880632 h 2765812"/>
              <a:gd name="connsiteX167" fmla="*/ 3888193 w 5585039"/>
              <a:gd name="connsiteY167" fmla="*/ 1124461 h 2765812"/>
              <a:gd name="connsiteX168" fmla="*/ 3562259 w 5585039"/>
              <a:gd name="connsiteY168" fmla="*/ 1057284 h 2765812"/>
              <a:gd name="connsiteX169" fmla="*/ 4034988 w 5585039"/>
              <a:gd name="connsiteY169" fmla="*/ 1469677 h 2765812"/>
              <a:gd name="connsiteX170" fmla="*/ 3760059 w 5585039"/>
              <a:gd name="connsiteY170" fmla="*/ 1374509 h 2765812"/>
              <a:gd name="connsiteX171" fmla="*/ 3890681 w 5585039"/>
              <a:gd name="connsiteY171" fmla="*/ 1129437 h 2765812"/>
              <a:gd name="connsiteX172" fmla="*/ 4195467 w 5585039"/>
              <a:gd name="connsiteY172" fmla="*/ 1238289 h 2765812"/>
              <a:gd name="connsiteX173" fmla="*/ 4087859 w 5585039"/>
              <a:gd name="connsiteY173" fmla="*/ 1494558 h 2765812"/>
              <a:gd name="connsiteX174" fmla="*/ 4035609 w 5585039"/>
              <a:gd name="connsiteY174" fmla="*/ 1469677 h 2765812"/>
              <a:gd name="connsiteX175" fmla="*/ 4638961 w 5585039"/>
              <a:gd name="connsiteY175" fmla="*/ 1652549 h 2765812"/>
              <a:gd name="connsiteX176" fmla="*/ 4595420 w 5585039"/>
              <a:gd name="connsiteY176" fmla="*/ 1728434 h 2765812"/>
              <a:gd name="connsiteX177" fmla="*/ 4533841 w 5585039"/>
              <a:gd name="connsiteY177" fmla="*/ 1655659 h 2765812"/>
              <a:gd name="connsiteX178" fmla="*/ 4637717 w 5585039"/>
              <a:gd name="connsiteY178" fmla="*/ 1416806 h 2765812"/>
              <a:gd name="connsiteX179" fmla="*/ 4709248 w 5585039"/>
              <a:gd name="connsiteY179" fmla="*/ 1498290 h 2765812"/>
              <a:gd name="connsiteX180" fmla="*/ 4717956 w 5585039"/>
              <a:gd name="connsiteY180" fmla="*/ 1504510 h 2765812"/>
              <a:gd name="connsiteX181" fmla="*/ 4638961 w 5585039"/>
              <a:gd name="connsiteY181" fmla="*/ 1652549 h 2765812"/>
              <a:gd name="connsiteX182" fmla="*/ 4641449 w 5585039"/>
              <a:gd name="connsiteY182" fmla="*/ 1393170 h 2765812"/>
              <a:gd name="connsiteX183" fmla="*/ 4485324 w 5585039"/>
              <a:gd name="connsiteY183" fmla="*/ 1165514 h 2765812"/>
              <a:gd name="connsiteX184" fmla="*/ 4490922 w 5585039"/>
              <a:gd name="connsiteY184" fmla="*/ 1150585 h 2765812"/>
              <a:gd name="connsiteX185" fmla="*/ 4558099 w 5585039"/>
              <a:gd name="connsiteY185" fmla="*/ 995082 h 2765812"/>
              <a:gd name="connsiteX186" fmla="*/ 4692454 w 5585039"/>
              <a:gd name="connsiteY186" fmla="*/ 1241399 h 2765812"/>
              <a:gd name="connsiteX187" fmla="*/ 4641449 w 5585039"/>
              <a:gd name="connsiteY187" fmla="*/ 1393792 h 2765812"/>
              <a:gd name="connsiteX188" fmla="*/ 4556233 w 5585039"/>
              <a:gd name="connsiteY188" fmla="*/ 1600922 h 2765812"/>
              <a:gd name="connsiteX189" fmla="*/ 4532597 w 5585039"/>
              <a:gd name="connsiteY189" fmla="*/ 1648194 h 2765812"/>
              <a:gd name="connsiteX190" fmla="*/ 4529487 w 5585039"/>
              <a:gd name="connsiteY190" fmla="*/ 1654414 h 2765812"/>
              <a:gd name="connsiteX191" fmla="*/ 4419391 w 5585039"/>
              <a:gd name="connsiteY191" fmla="*/ 1820491 h 2765812"/>
              <a:gd name="connsiteX192" fmla="*/ 4367142 w 5585039"/>
              <a:gd name="connsiteY192" fmla="*/ 1712884 h 2765812"/>
              <a:gd name="connsiteX193" fmla="*/ 4352836 w 5585039"/>
              <a:gd name="connsiteY193" fmla="*/ 1694223 h 2765812"/>
              <a:gd name="connsiteX194" fmla="*/ 4428721 w 5585039"/>
              <a:gd name="connsiteY194" fmla="*/ 1431112 h 2765812"/>
              <a:gd name="connsiteX195" fmla="*/ 4433697 w 5585039"/>
              <a:gd name="connsiteY195" fmla="*/ 1388816 h 2765812"/>
              <a:gd name="connsiteX196" fmla="*/ 4556855 w 5585039"/>
              <a:gd name="connsiteY196" fmla="*/ 1600922 h 2765812"/>
              <a:gd name="connsiteX197" fmla="*/ 4429343 w 5585039"/>
              <a:gd name="connsiteY197" fmla="*/ 1381352 h 2765812"/>
              <a:gd name="connsiteX198" fmla="*/ 4308673 w 5585039"/>
              <a:gd name="connsiteY198" fmla="*/ 1303600 h 2765812"/>
              <a:gd name="connsiteX199" fmla="*/ 4235897 w 5585039"/>
              <a:gd name="connsiteY199" fmla="*/ 1257571 h 2765812"/>
              <a:gd name="connsiteX200" fmla="*/ 4200443 w 5585039"/>
              <a:gd name="connsiteY200" fmla="*/ 1236423 h 2765812"/>
              <a:gd name="connsiteX201" fmla="*/ 4269486 w 5585039"/>
              <a:gd name="connsiteY201" fmla="*/ 1043599 h 2765812"/>
              <a:gd name="connsiteX202" fmla="*/ 4281304 w 5585039"/>
              <a:gd name="connsiteY202" fmla="*/ 1009389 h 2765812"/>
              <a:gd name="connsiteX203" fmla="*/ 4480348 w 5585039"/>
              <a:gd name="connsiteY203" fmla="*/ 1166758 h 2765812"/>
              <a:gd name="connsiteX204" fmla="*/ 4429343 w 5585039"/>
              <a:gd name="connsiteY204" fmla="*/ 1381974 h 2765812"/>
              <a:gd name="connsiteX205" fmla="*/ 4255802 w 5585039"/>
              <a:gd name="connsiteY205" fmla="*/ 1724080 h 2765812"/>
              <a:gd name="connsiteX206" fmla="*/ 4281926 w 5585039"/>
              <a:gd name="connsiteY206" fmla="*/ 1682405 h 2765812"/>
              <a:gd name="connsiteX207" fmla="*/ 4331687 w 5585039"/>
              <a:gd name="connsiteY207" fmla="*/ 1739630 h 2765812"/>
              <a:gd name="connsiteX208" fmla="*/ 4334175 w 5585039"/>
              <a:gd name="connsiteY208" fmla="*/ 1743362 h 2765812"/>
              <a:gd name="connsiteX209" fmla="*/ 4255802 w 5585039"/>
              <a:gd name="connsiteY209" fmla="*/ 1724702 h 2765812"/>
              <a:gd name="connsiteX210" fmla="*/ 4327333 w 5585039"/>
              <a:gd name="connsiteY210" fmla="*/ 1901975 h 2765812"/>
              <a:gd name="connsiteX211" fmla="*/ 4309917 w 5585039"/>
              <a:gd name="connsiteY211" fmla="*/ 1945516 h 2765812"/>
              <a:gd name="connsiteX212" fmla="*/ 4243362 w 5585039"/>
              <a:gd name="connsiteY212" fmla="*/ 1902597 h 2765812"/>
              <a:gd name="connsiteX213" fmla="*/ 4327333 w 5585039"/>
              <a:gd name="connsiteY213" fmla="*/ 1901975 h 2765812"/>
              <a:gd name="connsiteX214" fmla="*/ 4278816 w 5585039"/>
              <a:gd name="connsiteY214" fmla="*/ 1002547 h 2765812"/>
              <a:gd name="connsiteX215" fmla="*/ 4249582 w 5585039"/>
              <a:gd name="connsiteY215" fmla="*/ 985752 h 2765812"/>
              <a:gd name="connsiteX216" fmla="*/ 4005753 w 5585039"/>
              <a:gd name="connsiteY216" fmla="*/ 877522 h 2765812"/>
              <a:gd name="connsiteX217" fmla="*/ 4054892 w 5585039"/>
              <a:gd name="connsiteY217" fmla="*/ 758096 h 2765812"/>
              <a:gd name="connsiteX218" fmla="*/ 4102787 w 5585039"/>
              <a:gd name="connsiteY218" fmla="*/ 659196 h 2765812"/>
              <a:gd name="connsiteX219" fmla="*/ 4381448 w 5585039"/>
              <a:gd name="connsiteY219" fmla="*/ 804747 h 2765812"/>
              <a:gd name="connsiteX220" fmla="*/ 4278816 w 5585039"/>
              <a:gd name="connsiteY220" fmla="*/ 1001925 h 2765812"/>
              <a:gd name="connsiteX221" fmla="*/ 4085371 w 5585039"/>
              <a:gd name="connsiteY221" fmla="*/ 1543697 h 2765812"/>
              <a:gd name="connsiteX222" fmla="*/ 4143218 w 5585039"/>
              <a:gd name="connsiteY222" fmla="*/ 1576663 h 2765812"/>
              <a:gd name="connsiteX223" fmla="*/ 4095945 w 5585039"/>
              <a:gd name="connsiteY223" fmla="*/ 1661879 h 2765812"/>
              <a:gd name="connsiteX224" fmla="*/ 3987715 w 5585039"/>
              <a:gd name="connsiteY224" fmla="*/ 1673697 h 2765812"/>
              <a:gd name="connsiteX225" fmla="*/ 4085371 w 5585039"/>
              <a:gd name="connsiteY225" fmla="*/ 1543697 h 2765812"/>
              <a:gd name="connsiteX226" fmla="*/ 4060490 w 5585039"/>
              <a:gd name="connsiteY226" fmla="*/ 2009583 h 2765812"/>
              <a:gd name="connsiteX227" fmla="*/ 4060490 w 5585039"/>
              <a:gd name="connsiteY227" fmla="*/ 2009583 h 2765812"/>
              <a:gd name="connsiteX228" fmla="*/ 3957236 w 5585039"/>
              <a:gd name="connsiteY228" fmla="*/ 1898865 h 2765812"/>
              <a:gd name="connsiteX229" fmla="*/ 3957236 w 5585039"/>
              <a:gd name="connsiteY229" fmla="*/ 1898865 h 2765812"/>
              <a:gd name="connsiteX230" fmla="*/ 3954748 w 5585039"/>
              <a:gd name="connsiteY230" fmla="*/ 1892645 h 2765812"/>
              <a:gd name="connsiteX231" fmla="*/ 3954748 w 5585039"/>
              <a:gd name="connsiteY231" fmla="*/ 1888291 h 2765812"/>
              <a:gd name="connsiteX232" fmla="*/ 4008241 w 5585039"/>
              <a:gd name="connsiteY232" fmla="*/ 1880827 h 2765812"/>
              <a:gd name="connsiteX233" fmla="*/ 4126423 w 5585039"/>
              <a:gd name="connsiteY233" fmla="*/ 1891401 h 2765812"/>
              <a:gd name="connsiteX234" fmla="*/ 4061734 w 5585039"/>
              <a:gd name="connsiteY234" fmla="*/ 2010205 h 2765812"/>
              <a:gd name="connsiteX235" fmla="*/ 4134510 w 5585039"/>
              <a:gd name="connsiteY235" fmla="*/ 1847860 h 2765812"/>
              <a:gd name="connsiteX236" fmla="*/ 4057380 w 5585039"/>
              <a:gd name="connsiteY236" fmla="*/ 1839152 h 2765812"/>
              <a:gd name="connsiteX237" fmla="*/ 4098433 w 5585039"/>
              <a:gd name="connsiteY237" fmla="*/ 1666233 h 2765812"/>
              <a:gd name="connsiteX238" fmla="*/ 4166232 w 5585039"/>
              <a:gd name="connsiteY238" fmla="*/ 1689247 h 2765812"/>
              <a:gd name="connsiteX239" fmla="*/ 4248960 w 5585039"/>
              <a:gd name="connsiteY239" fmla="*/ 1725946 h 2765812"/>
              <a:gd name="connsiteX240" fmla="*/ 4202309 w 5585039"/>
              <a:gd name="connsiteY240" fmla="*/ 1855324 h 2765812"/>
              <a:gd name="connsiteX241" fmla="*/ 4134510 w 5585039"/>
              <a:gd name="connsiteY241" fmla="*/ 1847860 h 2765812"/>
              <a:gd name="connsiteX242" fmla="*/ 4457334 w 5585039"/>
              <a:gd name="connsiteY242" fmla="*/ 2014559 h 2765812"/>
              <a:gd name="connsiteX243" fmla="*/ 4367764 w 5585039"/>
              <a:gd name="connsiteY243" fmla="*/ 2199919 h 2765812"/>
              <a:gd name="connsiteX244" fmla="*/ 4217237 w 5585039"/>
              <a:gd name="connsiteY244" fmla="*/ 2125899 h 2765812"/>
              <a:gd name="connsiteX245" fmla="*/ 4311783 w 5585039"/>
              <a:gd name="connsiteY245" fmla="*/ 1951736 h 2765812"/>
              <a:gd name="connsiteX246" fmla="*/ 4457955 w 5585039"/>
              <a:gd name="connsiteY246" fmla="*/ 2013315 h 2765812"/>
              <a:gd name="connsiteX247" fmla="*/ 4457334 w 5585039"/>
              <a:gd name="connsiteY247" fmla="*/ 2014559 h 2765812"/>
              <a:gd name="connsiteX248" fmla="*/ 4597286 w 5585039"/>
              <a:gd name="connsiteY248" fmla="*/ 1734654 h 2765812"/>
              <a:gd name="connsiteX249" fmla="*/ 4678147 w 5585039"/>
              <a:gd name="connsiteY249" fmla="*/ 1780061 h 2765812"/>
              <a:gd name="connsiteX250" fmla="*/ 4738483 w 5585039"/>
              <a:gd name="connsiteY250" fmla="*/ 1803075 h 2765812"/>
              <a:gd name="connsiteX251" fmla="*/ 4602262 w 5585039"/>
              <a:gd name="connsiteY251" fmla="*/ 2035085 h 2765812"/>
              <a:gd name="connsiteX252" fmla="*/ 4464175 w 5585039"/>
              <a:gd name="connsiteY252" fmla="*/ 2010205 h 2765812"/>
              <a:gd name="connsiteX253" fmla="*/ 4597286 w 5585039"/>
              <a:gd name="connsiteY253" fmla="*/ 1734654 h 2765812"/>
              <a:gd name="connsiteX254" fmla="*/ 4678770 w 5585039"/>
              <a:gd name="connsiteY254" fmla="*/ 2226043 h 2765812"/>
              <a:gd name="connsiteX255" fmla="*/ 4579248 w 5585039"/>
              <a:gd name="connsiteY255" fmla="*/ 2239105 h 2765812"/>
              <a:gd name="connsiteX256" fmla="*/ 4502740 w 5585039"/>
              <a:gd name="connsiteY256" fmla="*/ 2234751 h 2765812"/>
              <a:gd name="connsiteX257" fmla="*/ 4604750 w 5585039"/>
              <a:gd name="connsiteY257" fmla="*/ 2040061 h 2765812"/>
              <a:gd name="connsiteX258" fmla="*/ 4790110 w 5585039"/>
              <a:gd name="connsiteY258" fmla="*/ 2040684 h 2765812"/>
              <a:gd name="connsiteX259" fmla="*/ 4678770 w 5585039"/>
              <a:gd name="connsiteY259" fmla="*/ 2226665 h 2765812"/>
              <a:gd name="connsiteX260" fmla="*/ 4887765 w 5585039"/>
              <a:gd name="connsiteY260" fmla="*/ 2013315 h 2765812"/>
              <a:gd name="connsiteX261" fmla="*/ 4798196 w 5585039"/>
              <a:gd name="connsiteY261" fmla="*/ 2035085 h 2765812"/>
              <a:gd name="connsiteX262" fmla="*/ 4871593 w 5585039"/>
              <a:gd name="connsiteY262" fmla="*/ 1906329 h 2765812"/>
              <a:gd name="connsiteX263" fmla="*/ 4916378 w 5585039"/>
              <a:gd name="connsiteY263" fmla="*/ 1832310 h 2765812"/>
              <a:gd name="connsiteX264" fmla="*/ 5016522 w 5585039"/>
              <a:gd name="connsiteY264" fmla="*/ 1832310 h 2765812"/>
              <a:gd name="connsiteX265" fmla="*/ 4887765 w 5585039"/>
              <a:gd name="connsiteY265" fmla="*/ 2013315 h 2765812"/>
              <a:gd name="connsiteX266" fmla="*/ 4914512 w 5585039"/>
              <a:gd name="connsiteY266" fmla="*/ 1827956 h 2765812"/>
              <a:gd name="connsiteX267" fmla="*/ 4745325 w 5585039"/>
              <a:gd name="connsiteY267" fmla="*/ 1799965 h 2765812"/>
              <a:gd name="connsiteX268" fmla="*/ 4803794 w 5585039"/>
              <a:gd name="connsiteY268" fmla="*/ 1713506 h 2765812"/>
              <a:gd name="connsiteX269" fmla="*/ 4883411 w 5585039"/>
              <a:gd name="connsiteY269" fmla="*/ 1598433 h 2765812"/>
              <a:gd name="connsiteX270" fmla="*/ 4928818 w 5585039"/>
              <a:gd name="connsiteY270" fmla="*/ 1619582 h 2765812"/>
              <a:gd name="connsiteX271" fmla="*/ 4935038 w 5585039"/>
              <a:gd name="connsiteY271" fmla="*/ 1622692 h 2765812"/>
              <a:gd name="connsiteX272" fmla="*/ 5037048 w 5585039"/>
              <a:gd name="connsiteY272" fmla="*/ 1650682 h 2765812"/>
              <a:gd name="connsiteX273" fmla="*/ 4913890 w 5585039"/>
              <a:gd name="connsiteY273" fmla="*/ 1827956 h 2765812"/>
              <a:gd name="connsiteX274" fmla="*/ 5157096 w 5585039"/>
              <a:gd name="connsiteY274" fmla="*/ 1651304 h 2765812"/>
              <a:gd name="connsiteX275" fmla="*/ 5045134 w 5585039"/>
              <a:gd name="connsiteY275" fmla="*/ 1646950 h 2765812"/>
              <a:gd name="connsiteX276" fmla="*/ 5162694 w 5585039"/>
              <a:gd name="connsiteY276" fmla="*/ 1490203 h 2765812"/>
              <a:gd name="connsiteX277" fmla="*/ 5295183 w 5585039"/>
              <a:gd name="connsiteY277" fmla="*/ 1493936 h 2765812"/>
              <a:gd name="connsiteX278" fmla="*/ 5157096 w 5585039"/>
              <a:gd name="connsiteY278" fmla="*/ 1651304 h 2765812"/>
              <a:gd name="connsiteX279" fmla="*/ 5077479 w 5585039"/>
              <a:gd name="connsiteY279" fmla="*/ 1267523 h 2765812"/>
              <a:gd name="connsiteX280" fmla="*/ 5223029 w 5585039"/>
              <a:gd name="connsiteY280" fmla="*/ 1314174 h 2765812"/>
              <a:gd name="connsiteX281" fmla="*/ 5283365 w 5585039"/>
              <a:gd name="connsiteY281" fmla="*/ 1329103 h 2765812"/>
              <a:gd name="connsiteX282" fmla="*/ 5160206 w 5585039"/>
              <a:gd name="connsiteY282" fmla="*/ 1485849 h 2765812"/>
              <a:gd name="connsiteX283" fmla="*/ 4978579 w 5585039"/>
              <a:gd name="connsiteY283" fmla="*/ 1447285 h 2765812"/>
              <a:gd name="connsiteX284" fmla="*/ 5077479 w 5585039"/>
              <a:gd name="connsiteY284" fmla="*/ 1267523 h 2765812"/>
              <a:gd name="connsiteX285" fmla="*/ 4882167 w 5585039"/>
              <a:gd name="connsiteY285" fmla="*/ 1592835 h 2765812"/>
              <a:gd name="connsiteX286" fmla="*/ 4722932 w 5585039"/>
              <a:gd name="connsiteY286" fmla="*/ 1502644 h 2765812"/>
              <a:gd name="connsiteX287" fmla="*/ 4792598 w 5585039"/>
              <a:gd name="connsiteY287" fmla="*/ 1345897 h 2765812"/>
              <a:gd name="connsiteX288" fmla="*/ 4845469 w 5585039"/>
              <a:gd name="connsiteY288" fmla="*/ 1385084 h 2765812"/>
              <a:gd name="connsiteX289" fmla="*/ 4972359 w 5585039"/>
              <a:gd name="connsiteY289" fmla="*/ 1449773 h 2765812"/>
              <a:gd name="connsiteX290" fmla="*/ 4882167 w 5585039"/>
              <a:gd name="connsiteY290" fmla="*/ 1593457 h 2765812"/>
              <a:gd name="connsiteX291" fmla="*/ 4863507 w 5585039"/>
              <a:gd name="connsiteY291" fmla="*/ 1155561 h 2765812"/>
              <a:gd name="connsiteX292" fmla="*/ 4790731 w 5585039"/>
              <a:gd name="connsiteY292" fmla="*/ 1338433 h 2765812"/>
              <a:gd name="connsiteX293" fmla="*/ 4698674 w 5585039"/>
              <a:gd name="connsiteY293" fmla="*/ 1233935 h 2765812"/>
              <a:gd name="connsiteX294" fmla="*/ 4703650 w 5585039"/>
              <a:gd name="connsiteY294" fmla="*/ 1217763 h 2765812"/>
              <a:gd name="connsiteX295" fmla="*/ 4709870 w 5585039"/>
              <a:gd name="connsiteY295" fmla="*/ 1198480 h 2765812"/>
              <a:gd name="connsiteX296" fmla="*/ 4763985 w 5585039"/>
              <a:gd name="connsiteY296" fmla="*/ 1067858 h 2765812"/>
              <a:gd name="connsiteX297" fmla="*/ 4863507 w 5585039"/>
              <a:gd name="connsiteY297" fmla="*/ 1154939 h 2765812"/>
              <a:gd name="connsiteX298" fmla="*/ 4777047 w 5585039"/>
              <a:gd name="connsiteY298" fmla="*/ 554698 h 2765812"/>
              <a:gd name="connsiteX299" fmla="*/ 4787622 w 5585039"/>
              <a:gd name="connsiteY299" fmla="*/ 574603 h 2765812"/>
              <a:gd name="connsiteX300" fmla="*/ 4783890 w 5585039"/>
              <a:gd name="connsiteY300" fmla="*/ 982642 h 2765812"/>
              <a:gd name="connsiteX301" fmla="*/ 4676281 w 5585039"/>
              <a:gd name="connsiteY301" fmla="*/ 750632 h 2765812"/>
              <a:gd name="connsiteX302" fmla="*/ 4777047 w 5585039"/>
              <a:gd name="connsiteY302" fmla="*/ 554698 h 2765812"/>
              <a:gd name="connsiteX303" fmla="*/ 4670683 w 5585039"/>
              <a:gd name="connsiteY303" fmla="*/ 750632 h 2765812"/>
              <a:gd name="connsiteX304" fmla="*/ 4556855 w 5585039"/>
              <a:gd name="connsiteY304" fmla="*/ 986374 h 2765812"/>
              <a:gd name="connsiteX305" fmla="*/ 4494032 w 5585039"/>
              <a:gd name="connsiteY305" fmla="*/ 903647 h 2765812"/>
              <a:gd name="connsiteX306" fmla="*/ 4386424 w 5585039"/>
              <a:gd name="connsiteY306" fmla="*/ 804125 h 2765812"/>
              <a:gd name="connsiteX307" fmla="*/ 4430587 w 5585039"/>
              <a:gd name="connsiteY307" fmla="*/ 726995 h 2765812"/>
              <a:gd name="connsiteX308" fmla="*/ 4518291 w 5585039"/>
              <a:gd name="connsiteY308" fmla="*/ 570249 h 2765812"/>
              <a:gd name="connsiteX309" fmla="*/ 4623411 w 5585039"/>
              <a:gd name="connsiteY309" fmla="*/ 675991 h 2765812"/>
              <a:gd name="connsiteX310" fmla="*/ 4670061 w 5585039"/>
              <a:gd name="connsiteY310" fmla="*/ 750632 h 2765812"/>
              <a:gd name="connsiteX311" fmla="*/ 4366520 w 5585039"/>
              <a:gd name="connsiteY311" fmla="*/ 248047 h 2765812"/>
              <a:gd name="connsiteX312" fmla="*/ 4558721 w 5585039"/>
              <a:gd name="connsiteY312" fmla="*/ 343836 h 2765812"/>
              <a:gd name="connsiteX313" fmla="*/ 4605372 w 5585039"/>
              <a:gd name="connsiteY313" fmla="*/ 375559 h 2765812"/>
              <a:gd name="connsiteX314" fmla="*/ 4517668 w 5585039"/>
              <a:gd name="connsiteY314" fmla="*/ 564029 h 2765812"/>
              <a:gd name="connsiteX315" fmla="*/ 4250204 w 5585039"/>
              <a:gd name="connsiteY315" fmla="*/ 420344 h 2765812"/>
              <a:gd name="connsiteX316" fmla="*/ 4366520 w 5585039"/>
              <a:gd name="connsiteY316" fmla="*/ 248047 h 2765812"/>
              <a:gd name="connsiteX317" fmla="*/ 4100921 w 5585039"/>
              <a:gd name="connsiteY317" fmla="*/ 653598 h 2765812"/>
              <a:gd name="connsiteX318" fmla="*/ 3965944 w 5585039"/>
              <a:gd name="connsiteY318" fmla="*/ 603837 h 2765812"/>
              <a:gd name="connsiteX319" fmla="*/ 3890681 w 5585039"/>
              <a:gd name="connsiteY319" fmla="*/ 579579 h 2765812"/>
              <a:gd name="connsiteX320" fmla="*/ 4021303 w 5585039"/>
              <a:gd name="connsiteY320" fmla="*/ 343214 h 2765812"/>
              <a:gd name="connsiteX321" fmla="*/ 4243362 w 5585039"/>
              <a:gd name="connsiteY321" fmla="*/ 422832 h 2765812"/>
              <a:gd name="connsiteX322" fmla="*/ 4100921 w 5585039"/>
              <a:gd name="connsiteY322" fmla="*/ 654220 h 2765812"/>
              <a:gd name="connsiteX323" fmla="*/ 3906853 w 5585039"/>
              <a:gd name="connsiteY323" fmla="*/ 136085 h 2765812"/>
              <a:gd name="connsiteX324" fmla="*/ 4104031 w 5585039"/>
              <a:gd name="connsiteY324" fmla="*/ 173405 h 2765812"/>
              <a:gd name="connsiteX325" fmla="*/ 4018815 w 5585039"/>
              <a:gd name="connsiteY325" fmla="*/ 336994 h 2765812"/>
              <a:gd name="connsiteX326" fmla="*/ 3804221 w 5585039"/>
              <a:gd name="connsiteY326" fmla="*/ 277281 h 2765812"/>
              <a:gd name="connsiteX327" fmla="*/ 3906231 w 5585039"/>
              <a:gd name="connsiteY327" fmla="*/ 135463 h 2765812"/>
              <a:gd name="connsiteX328" fmla="*/ 3633790 w 5585039"/>
              <a:gd name="connsiteY328" fmla="*/ 514268 h 2765812"/>
              <a:gd name="connsiteX329" fmla="*/ 3884461 w 5585039"/>
              <a:gd name="connsiteY329" fmla="*/ 582067 h 2765812"/>
              <a:gd name="connsiteX330" fmla="*/ 3751972 w 5585039"/>
              <a:gd name="connsiteY330" fmla="*/ 800393 h 2765812"/>
              <a:gd name="connsiteX331" fmla="*/ 3457139 w 5585039"/>
              <a:gd name="connsiteY331" fmla="*/ 758096 h 2765812"/>
              <a:gd name="connsiteX332" fmla="*/ 3633790 w 5585039"/>
              <a:gd name="connsiteY332" fmla="*/ 513646 h 2765812"/>
              <a:gd name="connsiteX333" fmla="*/ 3266804 w 5585039"/>
              <a:gd name="connsiteY333" fmla="*/ 1021829 h 2765812"/>
              <a:gd name="connsiteX334" fmla="*/ 3553551 w 5585039"/>
              <a:gd name="connsiteY334" fmla="*/ 1060394 h 2765812"/>
              <a:gd name="connsiteX335" fmla="*/ 3391206 w 5585039"/>
              <a:gd name="connsiteY335" fmla="*/ 1302356 h 2765812"/>
              <a:gd name="connsiteX336" fmla="*/ 3081444 w 5585039"/>
              <a:gd name="connsiteY336" fmla="*/ 1278720 h 2765812"/>
              <a:gd name="connsiteX337" fmla="*/ 3266804 w 5585039"/>
              <a:gd name="connsiteY337" fmla="*/ 1021829 h 2765812"/>
              <a:gd name="connsiteX338" fmla="*/ 2882401 w 5585039"/>
              <a:gd name="connsiteY338" fmla="*/ 1577907 h 2765812"/>
              <a:gd name="connsiteX339" fmla="*/ 2925319 w 5585039"/>
              <a:gd name="connsiteY339" fmla="*/ 1520060 h 2765812"/>
              <a:gd name="connsiteX340" fmla="*/ 2963262 w 5585039"/>
              <a:gd name="connsiteY340" fmla="*/ 1469677 h 2765812"/>
              <a:gd name="connsiteX341" fmla="*/ 2927807 w 5585039"/>
              <a:gd name="connsiteY341" fmla="*/ 1521304 h 2765812"/>
              <a:gd name="connsiteX342" fmla="*/ 2886755 w 5585039"/>
              <a:gd name="connsiteY342" fmla="*/ 1580395 h 2765812"/>
              <a:gd name="connsiteX343" fmla="*/ 2852544 w 5585039"/>
              <a:gd name="connsiteY343" fmla="*/ 1629534 h 2765812"/>
              <a:gd name="connsiteX344" fmla="*/ 2848190 w 5585039"/>
              <a:gd name="connsiteY344" fmla="*/ 1623936 h 2765812"/>
              <a:gd name="connsiteX345" fmla="*/ 2883023 w 5585039"/>
              <a:gd name="connsiteY345" fmla="*/ 1577285 h 2765812"/>
              <a:gd name="connsiteX346" fmla="*/ 2129145 w 5585039"/>
              <a:gd name="connsiteY346" fmla="*/ 758718 h 2765812"/>
              <a:gd name="connsiteX347" fmla="*/ 1834311 w 5585039"/>
              <a:gd name="connsiteY347" fmla="*/ 801015 h 2765812"/>
              <a:gd name="connsiteX348" fmla="*/ 1701823 w 5585039"/>
              <a:gd name="connsiteY348" fmla="*/ 582689 h 2765812"/>
              <a:gd name="connsiteX349" fmla="*/ 1952494 w 5585039"/>
              <a:gd name="connsiteY349" fmla="*/ 514890 h 2765812"/>
              <a:gd name="connsiteX350" fmla="*/ 2129145 w 5585039"/>
              <a:gd name="connsiteY350" fmla="*/ 759340 h 2765812"/>
              <a:gd name="connsiteX351" fmla="*/ 1678809 w 5585039"/>
              <a:gd name="connsiteY351" fmla="*/ 136085 h 2765812"/>
              <a:gd name="connsiteX352" fmla="*/ 1780818 w 5585039"/>
              <a:gd name="connsiteY352" fmla="*/ 277903 h 2765812"/>
              <a:gd name="connsiteX353" fmla="*/ 1566225 w 5585039"/>
              <a:gd name="connsiteY353" fmla="*/ 337616 h 2765812"/>
              <a:gd name="connsiteX354" fmla="*/ 1481009 w 5585039"/>
              <a:gd name="connsiteY354" fmla="*/ 174027 h 2765812"/>
              <a:gd name="connsiteX355" fmla="*/ 1678187 w 5585039"/>
              <a:gd name="connsiteY355" fmla="*/ 136707 h 2765812"/>
              <a:gd name="connsiteX356" fmla="*/ 1564359 w 5585039"/>
              <a:gd name="connsiteY356" fmla="*/ 342592 h 2765812"/>
              <a:gd name="connsiteX357" fmla="*/ 1694981 w 5585039"/>
              <a:gd name="connsiteY357" fmla="*/ 578957 h 2765812"/>
              <a:gd name="connsiteX358" fmla="*/ 1619718 w 5585039"/>
              <a:gd name="connsiteY358" fmla="*/ 603215 h 2765812"/>
              <a:gd name="connsiteX359" fmla="*/ 1484741 w 5585039"/>
              <a:gd name="connsiteY359" fmla="*/ 652976 h 2765812"/>
              <a:gd name="connsiteX360" fmla="*/ 1342301 w 5585039"/>
              <a:gd name="connsiteY360" fmla="*/ 421588 h 2765812"/>
              <a:gd name="connsiteX361" fmla="*/ 1564359 w 5585039"/>
              <a:gd name="connsiteY361" fmla="*/ 341970 h 2765812"/>
              <a:gd name="connsiteX362" fmla="*/ 948567 w 5585039"/>
              <a:gd name="connsiteY362" fmla="*/ 1416184 h 2765812"/>
              <a:gd name="connsiteX363" fmla="*/ 1052443 w 5585039"/>
              <a:gd name="connsiteY363" fmla="*/ 1655036 h 2765812"/>
              <a:gd name="connsiteX364" fmla="*/ 990864 w 5585039"/>
              <a:gd name="connsiteY364" fmla="*/ 1727812 h 2765812"/>
              <a:gd name="connsiteX365" fmla="*/ 947323 w 5585039"/>
              <a:gd name="connsiteY365" fmla="*/ 1651926 h 2765812"/>
              <a:gd name="connsiteX366" fmla="*/ 868328 w 5585039"/>
              <a:gd name="connsiteY366" fmla="*/ 1503888 h 2765812"/>
              <a:gd name="connsiteX367" fmla="*/ 877036 w 5585039"/>
              <a:gd name="connsiteY367" fmla="*/ 1497668 h 2765812"/>
              <a:gd name="connsiteX368" fmla="*/ 948567 w 5585039"/>
              <a:gd name="connsiteY368" fmla="*/ 1416184 h 2765812"/>
              <a:gd name="connsiteX369" fmla="*/ 893830 w 5585039"/>
              <a:gd name="connsiteY369" fmla="*/ 1240777 h 2765812"/>
              <a:gd name="connsiteX370" fmla="*/ 1028185 w 5585039"/>
              <a:gd name="connsiteY370" fmla="*/ 994460 h 2765812"/>
              <a:gd name="connsiteX371" fmla="*/ 1095362 w 5585039"/>
              <a:gd name="connsiteY371" fmla="*/ 1149963 h 2765812"/>
              <a:gd name="connsiteX372" fmla="*/ 1100960 w 5585039"/>
              <a:gd name="connsiteY372" fmla="*/ 1164892 h 2765812"/>
              <a:gd name="connsiteX373" fmla="*/ 944835 w 5585039"/>
              <a:gd name="connsiteY373" fmla="*/ 1392548 h 2765812"/>
              <a:gd name="connsiteX374" fmla="*/ 893830 w 5585039"/>
              <a:gd name="connsiteY374" fmla="*/ 1240155 h 2765812"/>
              <a:gd name="connsiteX375" fmla="*/ 908137 w 5585039"/>
              <a:gd name="connsiteY375" fmla="*/ 1780061 h 2765812"/>
              <a:gd name="connsiteX376" fmla="*/ 988998 w 5585039"/>
              <a:gd name="connsiteY376" fmla="*/ 1734654 h 2765812"/>
              <a:gd name="connsiteX377" fmla="*/ 1122109 w 5585039"/>
              <a:gd name="connsiteY377" fmla="*/ 2010205 h 2765812"/>
              <a:gd name="connsiteX378" fmla="*/ 984022 w 5585039"/>
              <a:gd name="connsiteY378" fmla="*/ 2035085 h 2765812"/>
              <a:gd name="connsiteX379" fmla="*/ 847801 w 5585039"/>
              <a:gd name="connsiteY379" fmla="*/ 1803075 h 2765812"/>
              <a:gd name="connsiteX380" fmla="*/ 908137 w 5585039"/>
              <a:gd name="connsiteY380" fmla="*/ 1780061 h 2765812"/>
              <a:gd name="connsiteX381" fmla="*/ 1056797 w 5585039"/>
              <a:gd name="connsiteY381" fmla="*/ 1655036 h 2765812"/>
              <a:gd name="connsiteX382" fmla="*/ 1053687 w 5585039"/>
              <a:gd name="connsiteY382" fmla="*/ 1648816 h 2765812"/>
              <a:gd name="connsiteX383" fmla="*/ 1030051 w 5585039"/>
              <a:gd name="connsiteY383" fmla="*/ 1601543 h 2765812"/>
              <a:gd name="connsiteX384" fmla="*/ 1153209 w 5585039"/>
              <a:gd name="connsiteY384" fmla="*/ 1389438 h 2765812"/>
              <a:gd name="connsiteX385" fmla="*/ 1158185 w 5585039"/>
              <a:gd name="connsiteY385" fmla="*/ 1431734 h 2765812"/>
              <a:gd name="connsiteX386" fmla="*/ 1233449 w 5585039"/>
              <a:gd name="connsiteY386" fmla="*/ 1694845 h 2765812"/>
              <a:gd name="connsiteX387" fmla="*/ 1219142 w 5585039"/>
              <a:gd name="connsiteY387" fmla="*/ 1713506 h 2765812"/>
              <a:gd name="connsiteX388" fmla="*/ 1166893 w 5585039"/>
              <a:gd name="connsiteY388" fmla="*/ 1821114 h 2765812"/>
              <a:gd name="connsiteX389" fmla="*/ 1056797 w 5585039"/>
              <a:gd name="connsiteY389" fmla="*/ 1655036 h 2765812"/>
              <a:gd name="connsiteX390" fmla="*/ 1276989 w 5585039"/>
              <a:gd name="connsiteY390" fmla="*/ 1303600 h 2765812"/>
              <a:gd name="connsiteX391" fmla="*/ 1156319 w 5585039"/>
              <a:gd name="connsiteY391" fmla="*/ 1381352 h 2765812"/>
              <a:gd name="connsiteX392" fmla="*/ 1105314 w 5585039"/>
              <a:gd name="connsiteY392" fmla="*/ 1166136 h 2765812"/>
              <a:gd name="connsiteX393" fmla="*/ 1304358 w 5585039"/>
              <a:gd name="connsiteY393" fmla="*/ 1008767 h 2765812"/>
              <a:gd name="connsiteX394" fmla="*/ 1316176 w 5585039"/>
              <a:gd name="connsiteY394" fmla="*/ 1042977 h 2765812"/>
              <a:gd name="connsiteX395" fmla="*/ 1385219 w 5585039"/>
              <a:gd name="connsiteY395" fmla="*/ 1235801 h 2765812"/>
              <a:gd name="connsiteX396" fmla="*/ 1349765 w 5585039"/>
              <a:gd name="connsiteY396" fmla="*/ 1256949 h 2765812"/>
              <a:gd name="connsiteX397" fmla="*/ 1276989 w 5585039"/>
              <a:gd name="connsiteY397" fmla="*/ 1302978 h 2765812"/>
              <a:gd name="connsiteX398" fmla="*/ 1330482 w 5585039"/>
              <a:gd name="connsiteY398" fmla="*/ 1724080 h 2765812"/>
              <a:gd name="connsiteX399" fmla="*/ 1252109 w 5585039"/>
              <a:gd name="connsiteY399" fmla="*/ 1742740 h 2765812"/>
              <a:gd name="connsiteX400" fmla="*/ 1254597 w 5585039"/>
              <a:gd name="connsiteY400" fmla="*/ 1739008 h 2765812"/>
              <a:gd name="connsiteX401" fmla="*/ 1304358 w 5585039"/>
              <a:gd name="connsiteY401" fmla="*/ 1681783 h 2765812"/>
              <a:gd name="connsiteX402" fmla="*/ 1330482 w 5585039"/>
              <a:gd name="connsiteY402" fmla="*/ 1723458 h 2765812"/>
              <a:gd name="connsiteX403" fmla="*/ 1336080 w 5585039"/>
              <a:gd name="connsiteY403" fmla="*/ 985752 h 2765812"/>
              <a:gd name="connsiteX404" fmla="*/ 1306846 w 5585039"/>
              <a:gd name="connsiteY404" fmla="*/ 1002547 h 2765812"/>
              <a:gd name="connsiteX405" fmla="*/ 1204214 w 5585039"/>
              <a:gd name="connsiteY405" fmla="*/ 805369 h 2765812"/>
              <a:gd name="connsiteX406" fmla="*/ 1482875 w 5585039"/>
              <a:gd name="connsiteY406" fmla="*/ 659818 h 2765812"/>
              <a:gd name="connsiteX407" fmla="*/ 1530770 w 5585039"/>
              <a:gd name="connsiteY407" fmla="*/ 758718 h 2765812"/>
              <a:gd name="connsiteX408" fmla="*/ 1579909 w 5585039"/>
              <a:gd name="connsiteY408" fmla="*/ 878144 h 2765812"/>
              <a:gd name="connsiteX409" fmla="*/ 1336080 w 5585039"/>
              <a:gd name="connsiteY409" fmla="*/ 986374 h 2765812"/>
              <a:gd name="connsiteX410" fmla="*/ 1027563 w 5585039"/>
              <a:gd name="connsiteY410" fmla="*/ 343214 h 2765812"/>
              <a:gd name="connsiteX411" fmla="*/ 1219764 w 5585039"/>
              <a:gd name="connsiteY411" fmla="*/ 247425 h 2765812"/>
              <a:gd name="connsiteX412" fmla="*/ 1336080 w 5585039"/>
              <a:gd name="connsiteY412" fmla="*/ 419722 h 2765812"/>
              <a:gd name="connsiteX413" fmla="*/ 1068616 w 5585039"/>
              <a:gd name="connsiteY413" fmla="*/ 563407 h 2765812"/>
              <a:gd name="connsiteX414" fmla="*/ 980912 w 5585039"/>
              <a:gd name="connsiteY414" fmla="*/ 374937 h 2765812"/>
              <a:gd name="connsiteX415" fmla="*/ 1027563 w 5585039"/>
              <a:gd name="connsiteY415" fmla="*/ 343214 h 2765812"/>
              <a:gd name="connsiteX416" fmla="*/ 961630 w 5585039"/>
              <a:gd name="connsiteY416" fmla="*/ 675991 h 2765812"/>
              <a:gd name="connsiteX417" fmla="*/ 1066749 w 5585039"/>
              <a:gd name="connsiteY417" fmla="*/ 570249 h 2765812"/>
              <a:gd name="connsiteX418" fmla="*/ 1154453 w 5585039"/>
              <a:gd name="connsiteY418" fmla="*/ 726995 h 2765812"/>
              <a:gd name="connsiteX419" fmla="*/ 1198616 w 5585039"/>
              <a:gd name="connsiteY419" fmla="*/ 804125 h 2765812"/>
              <a:gd name="connsiteX420" fmla="*/ 1091008 w 5585039"/>
              <a:gd name="connsiteY420" fmla="*/ 903647 h 2765812"/>
              <a:gd name="connsiteX421" fmla="*/ 1028185 w 5585039"/>
              <a:gd name="connsiteY421" fmla="*/ 986374 h 2765812"/>
              <a:gd name="connsiteX422" fmla="*/ 914357 w 5585039"/>
              <a:gd name="connsiteY422" fmla="*/ 750632 h 2765812"/>
              <a:gd name="connsiteX423" fmla="*/ 961008 w 5585039"/>
              <a:gd name="connsiteY423" fmla="*/ 675991 h 2765812"/>
              <a:gd name="connsiteX424" fmla="*/ 798663 w 5585039"/>
              <a:gd name="connsiteY424" fmla="*/ 573981 h 2765812"/>
              <a:gd name="connsiteX425" fmla="*/ 809237 w 5585039"/>
              <a:gd name="connsiteY425" fmla="*/ 554076 h 2765812"/>
              <a:gd name="connsiteX426" fmla="*/ 910003 w 5585039"/>
              <a:gd name="connsiteY426" fmla="*/ 750010 h 2765812"/>
              <a:gd name="connsiteX427" fmla="*/ 802395 w 5585039"/>
              <a:gd name="connsiteY427" fmla="*/ 982020 h 2765812"/>
              <a:gd name="connsiteX428" fmla="*/ 798663 w 5585039"/>
              <a:gd name="connsiteY428" fmla="*/ 573981 h 2765812"/>
              <a:gd name="connsiteX429" fmla="*/ 821677 w 5585039"/>
              <a:gd name="connsiteY429" fmla="*/ 1068480 h 2765812"/>
              <a:gd name="connsiteX430" fmla="*/ 875792 w 5585039"/>
              <a:gd name="connsiteY430" fmla="*/ 1199102 h 2765812"/>
              <a:gd name="connsiteX431" fmla="*/ 882012 w 5585039"/>
              <a:gd name="connsiteY431" fmla="*/ 1218384 h 2765812"/>
              <a:gd name="connsiteX432" fmla="*/ 886988 w 5585039"/>
              <a:gd name="connsiteY432" fmla="*/ 1234557 h 2765812"/>
              <a:gd name="connsiteX433" fmla="*/ 794930 w 5585039"/>
              <a:gd name="connsiteY433" fmla="*/ 1339055 h 2765812"/>
              <a:gd name="connsiteX434" fmla="*/ 722155 w 5585039"/>
              <a:gd name="connsiteY434" fmla="*/ 1156183 h 2765812"/>
              <a:gd name="connsiteX435" fmla="*/ 821677 w 5585039"/>
              <a:gd name="connsiteY435" fmla="*/ 1069102 h 2765812"/>
              <a:gd name="connsiteX436" fmla="*/ 740193 w 5585039"/>
              <a:gd name="connsiteY436" fmla="*/ 1385084 h 2765812"/>
              <a:gd name="connsiteX437" fmla="*/ 793064 w 5585039"/>
              <a:gd name="connsiteY437" fmla="*/ 1345897 h 2765812"/>
              <a:gd name="connsiteX438" fmla="*/ 862730 w 5585039"/>
              <a:gd name="connsiteY438" fmla="*/ 1502644 h 2765812"/>
              <a:gd name="connsiteX439" fmla="*/ 703495 w 5585039"/>
              <a:gd name="connsiteY439" fmla="*/ 1592835 h 2765812"/>
              <a:gd name="connsiteX440" fmla="*/ 613303 w 5585039"/>
              <a:gd name="connsiteY440" fmla="*/ 1449151 h 2765812"/>
              <a:gd name="connsiteX441" fmla="*/ 739572 w 5585039"/>
              <a:gd name="connsiteY441" fmla="*/ 1384462 h 2765812"/>
              <a:gd name="connsiteX442" fmla="*/ 362633 w 5585039"/>
              <a:gd name="connsiteY442" fmla="*/ 1314174 h 2765812"/>
              <a:gd name="connsiteX443" fmla="*/ 508183 w 5585039"/>
              <a:gd name="connsiteY443" fmla="*/ 1267523 h 2765812"/>
              <a:gd name="connsiteX444" fmla="*/ 607083 w 5585039"/>
              <a:gd name="connsiteY444" fmla="*/ 1447285 h 2765812"/>
              <a:gd name="connsiteX445" fmla="*/ 425456 w 5585039"/>
              <a:gd name="connsiteY445" fmla="*/ 1485849 h 2765812"/>
              <a:gd name="connsiteX446" fmla="*/ 302298 w 5585039"/>
              <a:gd name="connsiteY446" fmla="*/ 1329103 h 2765812"/>
              <a:gd name="connsiteX447" fmla="*/ 362633 w 5585039"/>
              <a:gd name="connsiteY447" fmla="*/ 1314174 h 2765812"/>
              <a:gd name="connsiteX448" fmla="*/ 429188 w 5585039"/>
              <a:gd name="connsiteY448" fmla="*/ 1651304 h 2765812"/>
              <a:gd name="connsiteX449" fmla="*/ 291101 w 5585039"/>
              <a:gd name="connsiteY449" fmla="*/ 1493936 h 2765812"/>
              <a:gd name="connsiteX450" fmla="*/ 423590 w 5585039"/>
              <a:gd name="connsiteY450" fmla="*/ 1490203 h 2765812"/>
              <a:gd name="connsiteX451" fmla="*/ 541150 w 5585039"/>
              <a:gd name="connsiteY451" fmla="*/ 1646950 h 2765812"/>
              <a:gd name="connsiteX452" fmla="*/ 429188 w 5585039"/>
              <a:gd name="connsiteY452" fmla="*/ 1651304 h 2765812"/>
              <a:gd name="connsiteX453" fmla="*/ 650624 w 5585039"/>
              <a:gd name="connsiteY453" fmla="*/ 1622692 h 2765812"/>
              <a:gd name="connsiteX454" fmla="*/ 656844 w 5585039"/>
              <a:gd name="connsiteY454" fmla="*/ 1619582 h 2765812"/>
              <a:gd name="connsiteX455" fmla="*/ 702251 w 5585039"/>
              <a:gd name="connsiteY455" fmla="*/ 1598433 h 2765812"/>
              <a:gd name="connsiteX456" fmla="*/ 781868 w 5585039"/>
              <a:gd name="connsiteY456" fmla="*/ 1713506 h 2765812"/>
              <a:gd name="connsiteX457" fmla="*/ 840337 w 5585039"/>
              <a:gd name="connsiteY457" fmla="*/ 1799965 h 2765812"/>
              <a:gd name="connsiteX458" fmla="*/ 671150 w 5585039"/>
              <a:gd name="connsiteY458" fmla="*/ 1827956 h 2765812"/>
              <a:gd name="connsiteX459" fmla="*/ 547992 w 5585039"/>
              <a:gd name="connsiteY459" fmla="*/ 1650682 h 2765812"/>
              <a:gd name="connsiteX460" fmla="*/ 650002 w 5585039"/>
              <a:gd name="connsiteY460" fmla="*/ 1622692 h 2765812"/>
              <a:gd name="connsiteX461" fmla="*/ 698519 w 5585039"/>
              <a:gd name="connsiteY461" fmla="*/ 2013315 h 2765812"/>
              <a:gd name="connsiteX462" fmla="*/ 569762 w 5585039"/>
              <a:gd name="connsiteY462" fmla="*/ 1832310 h 2765812"/>
              <a:gd name="connsiteX463" fmla="*/ 669906 w 5585039"/>
              <a:gd name="connsiteY463" fmla="*/ 1832310 h 2765812"/>
              <a:gd name="connsiteX464" fmla="*/ 714691 w 5585039"/>
              <a:gd name="connsiteY464" fmla="*/ 1906329 h 2765812"/>
              <a:gd name="connsiteX465" fmla="*/ 788088 w 5585039"/>
              <a:gd name="connsiteY465" fmla="*/ 2035085 h 2765812"/>
              <a:gd name="connsiteX466" fmla="*/ 698519 w 5585039"/>
              <a:gd name="connsiteY466" fmla="*/ 2013315 h 2765812"/>
              <a:gd name="connsiteX467" fmla="*/ 1082922 w 5585039"/>
              <a:gd name="connsiteY467" fmla="*/ 2234129 h 2765812"/>
              <a:gd name="connsiteX468" fmla="*/ 1006414 w 5585039"/>
              <a:gd name="connsiteY468" fmla="*/ 2238483 h 2765812"/>
              <a:gd name="connsiteX469" fmla="*/ 906893 w 5585039"/>
              <a:gd name="connsiteY469" fmla="*/ 2225421 h 2765812"/>
              <a:gd name="connsiteX470" fmla="*/ 796175 w 5585039"/>
              <a:gd name="connsiteY470" fmla="*/ 2039440 h 2765812"/>
              <a:gd name="connsiteX471" fmla="*/ 981534 w 5585039"/>
              <a:gd name="connsiteY471" fmla="*/ 2038818 h 2765812"/>
              <a:gd name="connsiteX472" fmla="*/ 1083544 w 5585039"/>
              <a:gd name="connsiteY472" fmla="*/ 2233507 h 2765812"/>
              <a:gd name="connsiteX473" fmla="*/ 1368425 w 5585039"/>
              <a:gd name="connsiteY473" fmla="*/ 2125277 h 2765812"/>
              <a:gd name="connsiteX474" fmla="*/ 1217898 w 5585039"/>
              <a:gd name="connsiteY474" fmla="*/ 2199296 h 2765812"/>
              <a:gd name="connsiteX475" fmla="*/ 1128329 w 5585039"/>
              <a:gd name="connsiteY475" fmla="*/ 2013937 h 2765812"/>
              <a:gd name="connsiteX476" fmla="*/ 1127707 w 5585039"/>
              <a:gd name="connsiteY476" fmla="*/ 2012693 h 2765812"/>
              <a:gd name="connsiteX477" fmla="*/ 1273879 w 5585039"/>
              <a:gd name="connsiteY477" fmla="*/ 1951114 h 2765812"/>
              <a:gd name="connsiteX478" fmla="*/ 1368425 w 5585039"/>
              <a:gd name="connsiteY478" fmla="*/ 2125277 h 2765812"/>
              <a:gd name="connsiteX479" fmla="*/ 1275745 w 5585039"/>
              <a:gd name="connsiteY479" fmla="*/ 1945516 h 2765812"/>
              <a:gd name="connsiteX480" fmla="*/ 1258329 w 5585039"/>
              <a:gd name="connsiteY480" fmla="*/ 1901975 h 2765812"/>
              <a:gd name="connsiteX481" fmla="*/ 1342301 w 5585039"/>
              <a:gd name="connsiteY481" fmla="*/ 1902597 h 2765812"/>
              <a:gd name="connsiteX482" fmla="*/ 1275745 w 5585039"/>
              <a:gd name="connsiteY482" fmla="*/ 1945516 h 2765812"/>
              <a:gd name="connsiteX483" fmla="*/ 1383353 w 5585039"/>
              <a:gd name="connsiteY483" fmla="*/ 1855324 h 2765812"/>
              <a:gd name="connsiteX484" fmla="*/ 1336702 w 5585039"/>
              <a:gd name="connsiteY484" fmla="*/ 1725946 h 2765812"/>
              <a:gd name="connsiteX485" fmla="*/ 1419430 w 5585039"/>
              <a:gd name="connsiteY485" fmla="*/ 1689247 h 2765812"/>
              <a:gd name="connsiteX486" fmla="*/ 1487229 w 5585039"/>
              <a:gd name="connsiteY486" fmla="*/ 1666233 h 2765812"/>
              <a:gd name="connsiteX487" fmla="*/ 1528282 w 5585039"/>
              <a:gd name="connsiteY487" fmla="*/ 1839152 h 2765812"/>
              <a:gd name="connsiteX488" fmla="*/ 1451152 w 5585039"/>
              <a:gd name="connsiteY488" fmla="*/ 1847860 h 2765812"/>
              <a:gd name="connsiteX489" fmla="*/ 1383353 w 5585039"/>
              <a:gd name="connsiteY489" fmla="*/ 1855324 h 2765812"/>
              <a:gd name="connsiteX490" fmla="*/ 1632158 w 5585039"/>
              <a:gd name="connsiteY490" fmla="*/ 1892023 h 2765812"/>
              <a:gd name="connsiteX491" fmla="*/ 1629670 w 5585039"/>
              <a:gd name="connsiteY491" fmla="*/ 1898243 h 2765812"/>
              <a:gd name="connsiteX492" fmla="*/ 1629670 w 5585039"/>
              <a:gd name="connsiteY492" fmla="*/ 1898243 h 2765812"/>
              <a:gd name="connsiteX493" fmla="*/ 1526416 w 5585039"/>
              <a:gd name="connsiteY493" fmla="*/ 2008961 h 2765812"/>
              <a:gd name="connsiteX494" fmla="*/ 1526416 w 5585039"/>
              <a:gd name="connsiteY494" fmla="*/ 2008961 h 2765812"/>
              <a:gd name="connsiteX495" fmla="*/ 1461727 w 5585039"/>
              <a:gd name="connsiteY495" fmla="*/ 1890157 h 2765812"/>
              <a:gd name="connsiteX496" fmla="*/ 1579909 w 5585039"/>
              <a:gd name="connsiteY496" fmla="*/ 1879583 h 2765812"/>
              <a:gd name="connsiteX497" fmla="*/ 1633402 w 5585039"/>
              <a:gd name="connsiteY497" fmla="*/ 1887047 h 2765812"/>
              <a:gd name="connsiteX498" fmla="*/ 1633402 w 5585039"/>
              <a:gd name="connsiteY498" fmla="*/ 1891401 h 2765812"/>
              <a:gd name="connsiteX499" fmla="*/ 1597947 w 5585039"/>
              <a:gd name="connsiteY499" fmla="*/ 1673697 h 2765812"/>
              <a:gd name="connsiteX500" fmla="*/ 1489717 w 5585039"/>
              <a:gd name="connsiteY500" fmla="*/ 1661879 h 2765812"/>
              <a:gd name="connsiteX501" fmla="*/ 1442444 w 5585039"/>
              <a:gd name="connsiteY501" fmla="*/ 1576663 h 2765812"/>
              <a:gd name="connsiteX502" fmla="*/ 1500291 w 5585039"/>
              <a:gd name="connsiteY502" fmla="*/ 1543697 h 2765812"/>
              <a:gd name="connsiteX503" fmla="*/ 1597947 w 5585039"/>
              <a:gd name="connsiteY503" fmla="*/ 1673697 h 2765812"/>
              <a:gd name="connsiteX504" fmla="*/ 1551296 w 5585039"/>
              <a:gd name="connsiteY504" fmla="*/ 1469677 h 2765812"/>
              <a:gd name="connsiteX505" fmla="*/ 1499047 w 5585039"/>
              <a:gd name="connsiteY505" fmla="*/ 1494558 h 2765812"/>
              <a:gd name="connsiteX506" fmla="*/ 1391439 w 5585039"/>
              <a:gd name="connsiteY506" fmla="*/ 1238289 h 2765812"/>
              <a:gd name="connsiteX507" fmla="*/ 1696225 w 5585039"/>
              <a:gd name="connsiteY507" fmla="*/ 1129437 h 2765812"/>
              <a:gd name="connsiteX508" fmla="*/ 1826225 w 5585039"/>
              <a:gd name="connsiteY508" fmla="*/ 1374509 h 2765812"/>
              <a:gd name="connsiteX509" fmla="*/ 1551296 w 5585039"/>
              <a:gd name="connsiteY509" fmla="*/ 1469677 h 2765812"/>
              <a:gd name="connsiteX510" fmla="*/ 1698091 w 5585039"/>
              <a:gd name="connsiteY510" fmla="*/ 1124461 h 2765812"/>
              <a:gd name="connsiteX511" fmla="*/ 1586129 w 5585039"/>
              <a:gd name="connsiteY511" fmla="*/ 880632 h 2765812"/>
              <a:gd name="connsiteX512" fmla="*/ 1832445 w 5585039"/>
              <a:gd name="connsiteY512" fmla="*/ 805991 h 2765812"/>
              <a:gd name="connsiteX513" fmla="*/ 1951872 w 5585039"/>
              <a:gd name="connsiteY513" fmla="*/ 970202 h 2765812"/>
              <a:gd name="connsiteX514" fmla="*/ 2024025 w 5585039"/>
              <a:gd name="connsiteY514" fmla="*/ 1057284 h 2765812"/>
              <a:gd name="connsiteX515" fmla="*/ 1698091 w 5585039"/>
              <a:gd name="connsiteY515" fmla="*/ 1124461 h 2765812"/>
              <a:gd name="connsiteX516" fmla="*/ 2195078 w 5585039"/>
              <a:gd name="connsiteY516" fmla="*/ 1302356 h 2765812"/>
              <a:gd name="connsiteX517" fmla="*/ 2032733 w 5585039"/>
              <a:gd name="connsiteY517" fmla="*/ 1060394 h 2765812"/>
              <a:gd name="connsiteX518" fmla="*/ 2319480 w 5585039"/>
              <a:gd name="connsiteY518" fmla="*/ 1021829 h 2765812"/>
              <a:gd name="connsiteX519" fmla="*/ 2505462 w 5585039"/>
              <a:gd name="connsiteY519" fmla="*/ 1278720 h 2765812"/>
              <a:gd name="connsiteX520" fmla="*/ 2195700 w 5585039"/>
              <a:gd name="connsiteY520" fmla="*/ 1302356 h 2765812"/>
              <a:gd name="connsiteX521" fmla="*/ 2768572 w 5585039"/>
              <a:gd name="connsiteY521" fmla="*/ 1748338 h 2765812"/>
              <a:gd name="connsiteX522" fmla="*/ 2697041 w 5585039"/>
              <a:gd name="connsiteY522" fmla="*/ 1849104 h 2765812"/>
              <a:gd name="connsiteX523" fmla="*/ 2619912 w 5585039"/>
              <a:gd name="connsiteY523" fmla="*/ 1956712 h 2765812"/>
              <a:gd name="connsiteX524" fmla="*/ 2540294 w 5585039"/>
              <a:gd name="connsiteY524" fmla="*/ 2067430 h 2765812"/>
              <a:gd name="connsiteX525" fmla="*/ 2460055 w 5585039"/>
              <a:gd name="connsiteY525" fmla="*/ 2178148 h 2765812"/>
              <a:gd name="connsiteX526" fmla="*/ 2382303 w 5585039"/>
              <a:gd name="connsiteY526" fmla="*/ 2285134 h 2765812"/>
              <a:gd name="connsiteX527" fmla="*/ 2243595 w 5585039"/>
              <a:gd name="connsiteY527" fmla="*/ 2474226 h 2765812"/>
              <a:gd name="connsiteX528" fmla="*/ 2187614 w 5585039"/>
              <a:gd name="connsiteY528" fmla="*/ 2549489 h 2765812"/>
              <a:gd name="connsiteX529" fmla="*/ 2144695 w 5585039"/>
              <a:gd name="connsiteY529" fmla="*/ 2607336 h 2765812"/>
              <a:gd name="connsiteX530" fmla="*/ 2106752 w 5585039"/>
              <a:gd name="connsiteY530" fmla="*/ 2657719 h 2765812"/>
              <a:gd name="connsiteX531" fmla="*/ 2142207 w 5585039"/>
              <a:gd name="connsiteY531" fmla="*/ 2606092 h 2765812"/>
              <a:gd name="connsiteX532" fmla="*/ 2183260 w 5585039"/>
              <a:gd name="connsiteY532" fmla="*/ 2547001 h 2765812"/>
              <a:gd name="connsiteX533" fmla="*/ 2236753 w 5585039"/>
              <a:gd name="connsiteY533" fmla="*/ 2470493 h 2765812"/>
              <a:gd name="connsiteX534" fmla="*/ 2372351 w 5585039"/>
              <a:gd name="connsiteY534" fmla="*/ 2278914 h 2765812"/>
              <a:gd name="connsiteX535" fmla="*/ 2449481 w 5585039"/>
              <a:gd name="connsiteY535" fmla="*/ 2171306 h 2765812"/>
              <a:gd name="connsiteX536" fmla="*/ 2529098 w 5585039"/>
              <a:gd name="connsiteY536" fmla="*/ 2060588 h 2765812"/>
              <a:gd name="connsiteX537" fmla="*/ 2609338 w 5585039"/>
              <a:gd name="connsiteY537" fmla="*/ 1949870 h 2765812"/>
              <a:gd name="connsiteX538" fmla="*/ 2687089 w 5585039"/>
              <a:gd name="connsiteY538" fmla="*/ 1842884 h 2765812"/>
              <a:gd name="connsiteX539" fmla="*/ 2760486 w 5585039"/>
              <a:gd name="connsiteY539" fmla="*/ 1743362 h 2765812"/>
              <a:gd name="connsiteX540" fmla="*/ 2765462 w 5585039"/>
              <a:gd name="connsiteY540" fmla="*/ 1736520 h 2765812"/>
              <a:gd name="connsiteX541" fmla="*/ 2771061 w 5585039"/>
              <a:gd name="connsiteY541" fmla="*/ 1744606 h 2765812"/>
              <a:gd name="connsiteX542" fmla="*/ 2767951 w 5585039"/>
              <a:gd name="connsiteY542" fmla="*/ 1748960 h 2765812"/>
              <a:gd name="connsiteX543" fmla="*/ 3398048 w 5585039"/>
              <a:gd name="connsiteY543" fmla="*/ 2549489 h 2765812"/>
              <a:gd name="connsiteX544" fmla="*/ 3342067 w 5585039"/>
              <a:gd name="connsiteY544" fmla="*/ 2474226 h 2765812"/>
              <a:gd name="connsiteX545" fmla="*/ 3203358 w 5585039"/>
              <a:gd name="connsiteY545" fmla="*/ 2285134 h 2765812"/>
              <a:gd name="connsiteX546" fmla="*/ 3125607 w 5585039"/>
              <a:gd name="connsiteY546" fmla="*/ 2178148 h 2765812"/>
              <a:gd name="connsiteX547" fmla="*/ 3045368 w 5585039"/>
              <a:gd name="connsiteY547" fmla="*/ 2067430 h 2765812"/>
              <a:gd name="connsiteX548" fmla="*/ 2965750 w 5585039"/>
              <a:gd name="connsiteY548" fmla="*/ 1956712 h 2765812"/>
              <a:gd name="connsiteX549" fmla="*/ 2888621 w 5585039"/>
              <a:gd name="connsiteY549" fmla="*/ 1849104 h 2765812"/>
              <a:gd name="connsiteX550" fmla="*/ 2817090 w 5585039"/>
              <a:gd name="connsiteY550" fmla="*/ 1748338 h 2765812"/>
              <a:gd name="connsiteX551" fmla="*/ 2753022 w 5585039"/>
              <a:gd name="connsiteY551" fmla="*/ 1657525 h 2765812"/>
              <a:gd name="connsiteX552" fmla="*/ 2699529 w 5585039"/>
              <a:gd name="connsiteY552" fmla="*/ 1581017 h 2765812"/>
              <a:gd name="connsiteX553" fmla="*/ 2658477 w 5585039"/>
              <a:gd name="connsiteY553" fmla="*/ 1521926 h 2765812"/>
              <a:gd name="connsiteX554" fmla="*/ 2623022 w 5585039"/>
              <a:gd name="connsiteY554" fmla="*/ 1470299 h 2765812"/>
              <a:gd name="connsiteX555" fmla="*/ 2660965 w 5585039"/>
              <a:gd name="connsiteY555" fmla="*/ 1520682 h 2765812"/>
              <a:gd name="connsiteX556" fmla="*/ 2703883 w 5585039"/>
              <a:gd name="connsiteY556" fmla="*/ 1578529 h 2765812"/>
              <a:gd name="connsiteX557" fmla="*/ 2759864 w 5585039"/>
              <a:gd name="connsiteY557" fmla="*/ 1653792 h 2765812"/>
              <a:gd name="connsiteX558" fmla="*/ 2825798 w 5585039"/>
              <a:gd name="connsiteY558" fmla="*/ 1743362 h 2765812"/>
              <a:gd name="connsiteX559" fmla="*/ 2899195 w 5585039"/>
              <a:gd name="connsiteY559" fmla="*/ 1842884 h 2765812"/>
              <a:gd name="connsiteX560" fmla="*/ 2976946 w 5585039"/>
              <a:gd name="connsiteY560" fmla="*/ 1949870 h 2765812"/>
              <a:gd name="connsiteX561" fmla="*/ 3057186 w 5585039"/>
              <a:gd name="connsiteY561" fmla="*/ 2060588 h 2765812"/>
              <a:gd name="connsiteX562" fmla="*/ 3136803 w 5585039"/>
              <a:gd name="connsiteY562" fmla="*/ 2171306 h 2765812"/>
              <a:gd name="connsiteX563" fmla="*/ 3213933 w 5585039"/>
              <a:gd name="connsiteY563" fmla="*/ 2278914 h 2765812"/>
              <a:gd name="connsiteX564" fmla="*/ 3349531 w 5585039"/>
              <a:gd name="connsiteY564" fmla="*/ 2470493 h 2765812"/>
              <a:gd name="connsiteX565" fmla="*/ 3403024 w 5585039"/>
              <a:gd name="connsiteY565" fmla="*/ 2547001 h 2765812"/>
              <a:gd name="connsiteX566" fmla="*/ 3444077 w 5585039"/>
              <a:gd name="connsiteY566" fmla="*/ 2606092 h 2765812"/>
              <a:gd name="connsiteX567" fmla="*/ 3479531 w 5585039"/>
              <a:gd name="connsiteY567" fmla="*/ 2657719 h 2765812"/>
              <a:gd name="connsiteX568" fmla="*/ 3441589 w 5585039"/>
              <a:gd name="connsiteY568" fmla="*/ 2607336 h 2765812"/>
              <a:gd name="connsiteX569" fmla="*/ 3398670 w 5585039"/>
              <a:gd name="connsiteY569" fmla="*/ 2549489 h 2765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</a:cxnLst>
            <a:rect l="l" t="t" r="r" b="b"/>
            <a:pathLst>
              <a:path w="5585039" h="2765812">
                <a:moveTo>
                  <a:pt x="3484508" y="2738580"/>
                </a:moveTo>
                <a:cubicBezTo>
                  <a:pt x="3505656" y="2767815"/>
                  <a:pt x="3546709" y="2774657"/>
                  <a:pt x="3575943" y="2753509"/>
                </a:cubicBezTo>
                <a:cubicBezTo>
                  <a:pt x="3578431" y="2751643"/>
                  <a:pt x="3580919" y="2749155"/>
                  <a:pt x="3583407" y="2746666"/>
                </a:cubicBezTo>
                <a:cubicBezTo>
                  <a:pt x="3588383" y="2742312"/>
                  <a:pt x="3592116" y="2736714"/>
                  <a:pt x="3595226" y="2731116"/>
                </a:cubicBezTo>
                <a:cubicBezTo>
                  <a:pt x="3602068" y="2718054"/>
                  <a:pt x="3604556" y="2703126"/>
                  <a:pt x="3602068" y="2688819"/>
                </a:cubicBezTo>
                <a:cubicBezTo>
                  <a:pt x="3600202" y="2679489"/>
                  <a:pt x="3597092" y="2669537"/>
                  <a:pt x="3590872" y="2661451"/>
                </a:cubicBezTo>
                <a:lnTo>
                  <a:pt x="3498192" y="2532072"/>
                </a:lnTo>
                <a:lnTo>
                  <a:pt x="3473933" y="2497862"/>
                </a:lnTo>
                <a:lnTo>
                  <a:pt x="3348909" y="2323699"/>
                </a:lnTo>
                <a:lnTo>
                  <a:pt x="3322163" y="2286378"/>
                </a:lnTo>
                <a:lnTo>
                  <a:pt x="3190296" y="2102263"/>
                </a:lnTo>
                <a:lnTo>
                  <a:pt x="3161062" y="2061210"/>
                </a:lnTo>
                <a:lnTo>
                  <a:pt x="2930296" y="1739630"/>
                </a:lnTo>
                <a:lnTo>
                  <a:pt x="2895463" y="1690491"/>
                </a:lnTo>
                <a:lnTo>
                  <a:pt x="2873693" y="1660013"/>
                </a:lnTo>
                <a:lnTo>
                  <a:pt x="2895463" y="1629534"/>
                </a:lnTo>
                <a:lnTo>
                  <a:pt x="2930296" y="1580395"/>
                </a:lnTo>
                <a:lnTo>
                  <a:pt x="3118143" y="1318528"/>
                </a:lnTo>
                <a:cubicBezTo>
                  <a:pt x="3148621" y="1320394"/>
                  <a:pt x="3200870" y="1323504"/>
                  <a:pt x="3268048" y="1330347"/>
                </a:cubicBezTo>
                <a:cubicBezTo>
                  <a:pt x="3279244" y="1331591"/>
                  <a:pt x="3291062" y="1332835"/>
                  <a:pt x="3302880" y="1334079"/>
                </a:cubicBezTo>
                <a:cubicBezTo>
                  <a:pt x="3376278" y="1342165"/>
                  <a:pt x="3463981" y="1354605"/>
                  <a:pt x="3557283" y="1372021"/>
                </a:cubicBezTo>
                <a:cubicBezTo>
                  <a:pt x="3568479" y="1373887"/>
                  <a:pt x="3580297" y="1376375"/>
                  <a:pt x="3591494" y="1378863"/>
                </a:cubicBezTo>
                <a:cubicBezTo>
                  <a:pt x="3595226" y="1379485"/>
                  <a:pt x="3598336" y="1380107"/>
                  <a:pt x="3602068" y="1380729"/>
                </a:cubicBezTo>
                <a:cubicBezTo>
                  <a:pt x="3688527" y="1398768"/>
                  <a:pt x="3784939" y="1423026"/>
                  <a:pt x="3880107" y="1455371"/>
                </a:cubicBezTo>
                <a:cubicBezTo>
                  <a:pt x="3891303" y="1459103"/>
                  <a:pt x="3901877" y="1463457"/>
                  <a:pt x="3913073" y="1467189"/>
                </a:cubicBezTo>
                <a:cubicBezTo>
                  <a:pt x="3957858" y="1483361"/>
                  <a:pt x="4002021" y="1501400"/>
                  <a:pt x="4044318" y="1521304"/>
                </a:cubicBezTo>
                <a:cubicBezTo>
                  <a:pt x="4010107" y="1561735"/>
                  <a:pt x="3940442" y="1650060"/>
                  <a:pt x="3911207" y="1720348"/>
                </a:cubicBezTo>
                <a:cubicBezTo>
                  <a:pt x="3870777" y="1818004"/>
                  <a:pt x="3914317" y="1911305"/>
                  <a:pt x="3916183" y="1915037"/>
                </a:cubicBezTo>
                <a:lnTo>
                  <a:pt x="3916183" y="1915037"/>
                </a:lnTo>
                <a:cubicBezTo>
                  <a:pt x="3926136" y="1936186"/>
                  <a:pt x="3946662" y="1961066"/>
                  <a:pt x="3977763" y="1991545"/>
                </a:cubicBezTo>
                <a:cubicBezTo>
                  <a:pt x="3985849" y="1999631"/>
                  <a:pt x="3994557" y="2007717"/>
                  <a:pt x="4003887" y="2016425"/>
                </a:cubicBezTo>
                <a:cubicBezTo>
                  <a:pt x="4011973" y="2023889"/>
                  <a:pt x="4020681" y="2031975"/>
                  <a:pt x="4030634" y="2040061"/>
                </a:cubicBezTo>
                <a:cubicBezTo>
                  <a:pt x="4048050" y="2054990"/>
                  <a:pt x="4065466" y="2069296"/>
                  <a:pt x="4082260" y="2082358"/>
                </a:cubicBezTo>
                <a:cubicBezTo>
                  <a:pt x="4132644" y="2122167"/>
                  <a:pt x="4181160" y="2153890"/>
                  <a:pt x="4227189" y="2180014"/>
                </a:cubicBezTo>
                <a:cubicBezTo>
                  <a:pt x="4237763" y="2186234"/>
                  <a:pt x="4248338" y="2191210"/>
                  <a:pt x="4258290" y="2196808"/>
                </a:cubicBezTo>
                <a:cubicBezTo>
                  <a:pt x="4362166" y="2250301"/>
                  <a:pt x="4452357" y="2272072"/>
                  <a:pt x="4525133" y="2278292"/>
                </a:cubicBezTo>
                <a:cubicBezTo>
                  <a:pt x="4535707" y="2278914"/>
                  <a:pt x="4545659" y="2279536"/>
                  <a:pt x="4555611" y="2280158"/>
                </a:cubicBezTo>
                <a:cubicBezTo>
                  <a:pt x="4564941" y="2280158"/>
                  <a:pt x="4574272" y="2280158"/>
                  <a:pt x="4582980" y="2280158"/>
                </a:cubicBezTo>
                <a:cubicBezTo>
                  <a:pt x="4717334" y="2277048"/>
                  <a:pt x="4794464" y="2223555"/>
                  <a:pt x="4797573" y="2221067"/>
                </a:cubicBezTo>
                <a:lnTo>
                  <a:pt x="4801306" y="2218579"/>
                </a:lnTo>
                <a:lnTo>
                  <a:pt x="4803794" y="2214847"/>
                </a:lnTo>
                <a:cubicBezTo>
                  <a:pt x="4808148" y="2208005"/>
                  <a:pt x="5258484" y="1500778"/>
                  <a:pt x="5519107" y="1360203"/>
                </a:cubicBezTo>
                <a:lnTo>
                  <a:pt x="5585040" y="1324748"/>
                </a:lnTo>
                <a:lnTo>
                  <a:pt x="5509777" y="1319150"/>
                </a:lnTo>
                <a:cubicBezTo>
                  <a:pt x="5504801" y="1319150"/>
                  <a:pt x="5027096" y="1281208"/>
                  <a:pt x="4801306" y="1042977"/>
                </a:cubicBezTo>
                <a:cubicBezTo>
                  <a:pt x="4813746" y="1018719"/>
                  <a:pt x="4838626" y="966470"/>
                  <a:pt x="4855421" y="897427"/>
                </a:cubicBezTo>
                <a:cubicBezTo>
                  <a:pt x="4885899" y="772402"/>
                  <a:pt x="4875325" y="652976"/>
                  <a:pt x="4825564" y="552210"/>
                </a:cubicBezTo>
                <a:cubicBezTo>
                  <a:pt x="4805038" y="511158"/>
                  <a:pt x="4740349" y="404794"/>
                  <a:pt x="4581114" y="304028"/>
                </a:cubicBezTo>
                <a:cubicBezTo>
                  <a:pt x="4426233" y="205750"/>
                  <a:pt x="4225945" y="139817"/>
                  <a:pt x="3986471" y="106850"/>
                </a:cubicBezTo>
                <a:lnTo>
                  <a:pt x="3988337" y="103740"/>
                </a:lnTo>
                <a:cubicBezTo>
                  <a:pt x="4009485" y="74506"/>
                  <a:pt x="4002643" y="33453"/>
                  <a:pt x="3973409" y="12304"/>
                </a:cubicBezTo>
                <a:cubicBezTo>
                  <a:pt x="3944174" y="-8844"/>
                  <a:pt x="3903121" y="-2002"/>
                  <a:pt x="3881973" y="27233"/>
                </a:cubicBezTo>
                <a:lnTo>
                  <a:pt x="2792209" y="1546184"/>
                </a:lnTo>
                <a:lnTo>
                  <a:pt x="1703067" y="29721"/>
                </a:lnTo>
                <a:cubicBezTo>
                  <a:pt x="1681919" y="486"/>
                  <a:pt x="1640866" y="-6356"/>
                  <a:pt x="1611631" y="14792"/>
                </a:cubicBezTo>
                <a:cubicBezTo>
                  <a:pt x="1582397" y="35941"/>
                  <a:pt x="1575555" y="76994"/>
                  <a:pt x="1596703" y="106228"/>
                </a:cubicBezTo>
                <a:lnTo>
                  <a:pt x="1598569" y="109338"/>
                </a:lnTo>
                <a:cubicBezTo>
                  <a:pt x="1359095" y="142305"/>
                  <a:pt x="1158807" y="208238"/>
                  <a:pt x="1003926" y="306516"/>
                </a:cubicBezTo>
                <a:cubicBezTo>
                  <a:pt x="844069" y="407282"/>
                  <a:pt x="780002" y="513646"/>
                  <a:pt x="759476" y="554698"/>
                </a:cubicBezTo>
                <a:cubicBezTo>
                  <a:pt x="709715" y="655464"/>
                  <a:pt x="699141" y="774890"/>
                  <a:pt x="729619" y="899915"/>
                </a:cubicBezTo>
                <a:cubicBezTo>
                  <a:pt x="746414" y="968958"/>
                  <a:pt x="771294" y="1021207"/>
                  <a:pt x="783734" y="1045465"/>
                </a:cubicBezTo>
                <a:cubicBezTo>
                  <a:pt x="557944" y="1283696"/>
                  <a:pt x="80239" y="1321016"/>
                  <a:pt x="75263" y="1321638"/>
                </a:cubicBezTo>
                <a:lnTo>
                  <a:pt x="0" y="1327236"/>
                </a:lnTo>
                <a:lnTo>
                  <a:pt x="65933" y="1362691"/>
                </a:lnTo>
                <a:cubicBezTo>
                  <a:pt x="326556" y="1503266"/>
                  <a:pt x="776892" y="2210493"/>
                  <a:pt x="781246" y="2217335"/>
                </a:cubicBezTo>
                <a:lnTo>
                  <a:pt x="783734" y="2221067"/>
                </a:lnTo>
                <a:lnTo>
                  <a:pt x="787466" y="2223555"/>
                </a:lnTo>
                <a:cubicBezTo>
                  <a:pt x="790576" y="2226043"/>
                  <a:pt x="867706" y="2278914"/>
                  <a:pt x="1002060" y="2282646"/>
                </a:cubicBezTo>
                <a:cubicBezTo>
                  <a:pt x="1035027" y="2283268"/>
                  <a:pt x="1074214" y="2280780"/>
                  <a:pt x="1117754" y="2273316"/>
                </a:cubicBezTo>
                <a:cubicBezTo>
                  <a:pt x="1130817" y="2270828"/>
                  <a:pt x="1144501" y="2268340"/>
                  <a:pt x="1158185" y="2264608"/>
                </a:cubicBezTo>
                <a:cubicBezTo>
                  <a:pt x="1231582" y="2245947"/>
                  <a:pt x="1316798" y="2211115"/>
                  <a:pt x="1411344" y="2150780"/>
                </a:cubicBezTo>
                <a:cubicBezTo>
                  <a:pt x="1421296" y="2144559"/>
                  <a:pt x="1430626" y="2138339"/>
                  <a:pt x="1440578" y="2131497"/>
                </a:cubicBezTo>
                <a:cubicBezTo>
                  <a:pt x="1461105" y="2117191"/>
                  <a:pt x="1482253" y="2102263"/>
                  <a:pt x="1503401" y="2085468"/>
                </a:cubicBezTo>
                <a:cubicBezTo>
                  <a:pt x="1520196" y="2072406"/>
                  <a:pt x="1537612" y="2058100"/>
                  <a:pt x="1555028" y="2043172"/>
                </a:cubicBezTo>
                <a:cubicBezTo>
                  <a:pt x="1607277" y="1997765"/>
                  <a:pt x="1641488" y="1962310"/>
                  <a:pt x="1660148" y="1934320"/>
                </a:cubicBezTo>
                <a:cubicBezTo>
                  <a:pt x="1663880" y="1928721"/>
                  <a:pt x="1666990" y="1923123"/>
                  <a:pt x="1669478" y="1918147"/>
                </a:cubicBezTo>
                <a:lnTo>
                  <a:pt x="1669478" y="1918147"/>
                </a:lnTo>
                <a:cubicBezTo>
                  <a:pt x="1669478" y="1918147"/>
                  <a:pt x="1673833" y="1908817"/>
                  <a:pt x="1678187" y="1895133"/>
                </a:cubicBezTo>
                <a:cubicBezTo>
                  <a:pt x="1689383" y="1860922"/>
                  <a:pt x="1703067" y="1793123"/>
                  <a:pt x="1674455" y="1723458"/>
                </a:cubicBezTo>
                <a:cubicBezTo>
                  <a:pt x="1645220" y="1653171"/>
                  <a:pt x="1575555" y="1564845"/>
                  <a:pt x="1541344" y="1524414"/>
                </a:cubicBezTo>
                <a:cubicBezTo>
                  <a:pt x="1617852" y="1488337"/>
                  <a:pt x="1699335" y="1458481"/>
                  <a:pt x="1780197" y="1434845"/>
                </a:cubicBezTo>
                <a:cubicBezTo>
                  <a:pt x="1791393" y="1431734"/>
                  <a:pt x="1802589" y="1428002"/>
                  <a:pt x="1813785" y="1424892"/>
                </a:cubicBezTo>
                <a:cubicBezTo>
                  <a:pt x="1872254" y="1408720"/>
                  <a:pt x="1929479" y="1395036"/>
                  <a:pt x="1983594" y="1383839"/>
                </a:cubicBezTo>
                <a:cubicBezTo>
                  <a:pt x="2029001" y="1374509"/>
                  <a:pt x="2072542" y="1366423"/>
                  <a:pt x="2115461" y="1359581"/>
                </a:cubicBezTo>
                <a:cubicBezTo>
                  <a:pt x="2127279" y="1357715"/>
                  <a:pt x="2139097" y="1355849"/>
                  <a:pt x="2150293" y="1353983"/>
                </a:cubicBezTo>
                <a:cubicBezTo>
                  <a:pt x="2295844" y="1332213"/>
                  <a:pt x="2415270" y="1324126"/>
                  <a:pt x="2467519" y="1321016"/>
                </a:cubicBezTo>
                <a:lnTo>
                  <a:pt x="2522878" y="1398146"/>
                </a:lnTo>
                <a:lnTo>
                  <a:pt x="2566419" y="1458481"/>
                </a:lnTo>
                <a:lnTo>
                  <a:pt x="2712592" y="1661879"/>
                </a:lnTo>
                <a:lnTo>
                  <a:pt x="2611826" y="1802453"/>
                </a:lnTo>
                <a:lnTo>
                  <a:pt x="2581969" y="1844128"/>
                </a:lnTo>
                <a:lnTo>
                  <a:pt x="2206896" y="2366617"/>
                </a:lnTo>
                <a:lnTo>
                  <a:pt x="2182638" y="2400206"/>
                </a:lnTo>
                <a:lnTo>
                  <a:pt x="2062590" y="2567527"/>
                </a:lnTo>
                <a:lnTo>
                  <a:pt x="2040197" y="2598628"/>
                </a:lnTo>
                <a:lnTo>
                  <a:pt x="1994790" y="2661451"/>
                </a:lnTo>
                <a:cubicBezTo>
                  <a:pt x="1979862" y="2682599"/>
                  <a:pt x="1978618" y="2709968"/>
                  <a:pt x="1990436" y="2731116"/>
                </a:cubicBezTo>
                <a:cubicBezTo>
                  <a:pt x="1994790" y="2739824"/>
                  <a:pt x="2001633" y="2747289"/>
                  <a:pt x="2009719" y="2752887"/>
                </a:cubicBezTo>
                <a:cubicBezTo>
                  <a:pt x="2038953" y="2774035"/>
                  <a:pt x="2080006" y="2767193"/>
                  <a:pt x="2101154" y="2737958"/>
                </a:cubicBezTo>
                <a:lnTo>
                  <a:pt x="2111107" y="2723652"/>
                </a:lnTo>
                <a:lnTo>
                  <a:pt x="2133499" y="2692552"/>
                </a:lnTo>
                <a:lnTo>
                  <a:pt x="2241107" y="2542025"/>
                </a:lnTo>
                <a:lnTo>
                  <a:pt x="2265365" y="2508436"/>
                </a:lnTo>
                <a:lnTo>
                  <a:pt x="2606228" y="2033841"/>
                </a:lnTo>
                <a:lnTo>
                  <a:pt x="2636084" y="1992167"/>
                </a:lnTo>
                <a:lnTo>
                  <a:pt x="2792831" y="1773841"/>
                </a:lnTo>
                <a:lnTo>
                  <a:pt x="2895463" y="1916903"/>
                </a:lnTo>
                <a:lnTo>
                  <a:pt x="2930296" y="1966042"/>
                </a:lnTo>
                <a:lnTo>
                  <a:pt x="3133693" y="2249057"/>
                </a:lnTo>
                <a:lnTo>
                  <a:pt x="3162928" y="2290110"/>
                </a:lnTo>
                <a:lnTo>
                  <a:pt x="3279866" y="2453077"/>
                </a:lnTo>
                <a:lnTo>
                  <a:pt x="3306612" y="2490398"/>
                </a:lnTo>
                <a:lnTo>
                  <a:pt x="3417330" y="2644657"/>
                </a:lnTo>
                <a:lnTo>
                  <a:pt x="3441589" y="2678867"/>
                </a:lnTo>
                <a:lnTo>
                  <a:pt x="3484508" y="2738580"/>
                </a:lnTo>
                <a:close/>
                <a:moveTo>
                  <a:pt x="2083116" y="2731738"/>
                </a:moveTo>
                <a:cubicBezTo>
                  <a:pt x="2083116" y="2731738"/>
                  <a:pt x="2082494" y="2736714"/>
                  <a:pt x="2082494" y="2736714"/>
                </a:cubicBezTo>
                <a:cubicBezTo>
                  <a:pt x="2082494" y="2736714"/>
                  <a:pt x="2081872" y="2734848"/>
                  <a:pt x="2080628" y="2732360"/>
                </a:cubicBezTo>
                <a:cubicBezTo>
                  <a:pt x="2079384" y="2729872"/>
                  <a:pt x="2078140" y="2726140"/>
                  <a:pt x="2075652" y="2721786"/>
                </a:cubicBezTo>
                <a:cubicBezTo>
                  <a:pt x="2071298" y="2713078"/>
                  <a:pt x="2065700" y="2701882"/>
                  <a:pt x="2056992" y="2695040"/>
                </a:cubicBezTo>
                <a:cubicBezTo>
                  <a:pt x="2055126" y="2693173"/>
                  <a:pt x="2052637" y="2691930"/>
                  <a:pt x="2050149" y="2690686"/>
                </a:cubicBezTo>
                <a:cubicBezTo>
                  <a:pt x="2047661" y="2689442"/>
                  <a:pt x="2045173" y="2688197"/>
                  <a:pt x="2042685" y="2687575"/>
                </a:cubicBezTo>
                <a:cubicBezTo>
                  <a:pt x="2040197" y="2686953"/>
                  <a:pt x="2037709" y="2686332"/>
                  <a:pt x="2035221" y="2685709"/>
                </a:cubicBezTo>
                <a:cubicBezTo>
                  <a:pt x="2033977" y="2685709"/>
                  <a:pt x="2032733" y="2685709"/>
                  <a:pt x="2031489" y="2685709"/>
                </a:cubicBezTo>
                <a:cubicBezTo>
                  <a:pt x="2030245" y="2685709"/>
                  <a:pt x="2029001" y="2685709"/>
                  <a:pt x="2027757" y="2685709"/>
                </a:cubicBezTo>
                <a:cubicBezTo>
                  <a:pt x="2025269" y="2685709"/>
                  <a:pt x="2023403" y="2685709"/>
                  <a:pt x="2020915" y="2685709"/>
                </a:cubicBezTo>
                <a:cubicBezTo>
                  <a:pt x="2019049" y="2685709"/>
                  <a:pt x="2017183" y="2685709"/>
                  <a:pt x="2015939" y="2685709"/>
                </a:cubicBezTo>
                <a:cubicBezTo>
                  <a:pt x="2012829" y="2685709"/>
                  <a:pt x="2010963" y="2685709"/>
                  <a:pt x="2010963" y="2685709"/>
                </a:cubicBezTo>
                <a:cubicBezTo>
                  <a:pt x="2010963" y="2685709"/>
                  <a:pt x="2012207" y="2684465"/>
                  <a:pt x="2014695" y="2683221"/>
                </a:cubicBezTo>
                <a:cubicBezTo>
                  <a:pt x="2015939" y="2682599"/>
                  <a:pt x="2017805" y="2681355"/>
                  <a:pt x="2019671" y="2680733"/>
                </a:cubicBezTo>
                <a:cubicBezTo>
                  <a:pt x="2021537" y="2679489"/>
                  <a:pt x="2024025" y="2678867"/>
                  <a:pt x="2026513" y="2678245"/>
                </a:cubicBezTo>
                <a:cubicBezTo>
                  <a:pt x="2029001" y="2677623"/>
                  <a:pt x="2032111" y="2677001"/>
                  <a:pt x="2035221" y="2676379"/>
                </a:cubicBezTo>
                <a:cubicBezTo>
                  <a:pt x="2038331" y="2676379"/>
                  <a:pt x="2041441" y="2676379"/>
                  <a:pt x="2045173" y="2676379"/>
                </a:cubicBezTo>
                <a:cubicBezTo>
                  <a:pt x="2047039" y="2676379"/>
                  <a:pt x="2048905" y="2676379"/>
                  <a:pt x="2050772" y="2677623"/>
                </a:cubicBezTo>
                <a:cubicBezTo>
                  <a:pt x="2052637" y="2677623"/>
                  <a:pt x="2054503" y="2678867"/>
                  <a:pt x="2056370" y="2679489"/>
                </a:cubicBezTo>
                <a:cubicBezTo>
                  <a:pt x="2060102" y="2680733"/>
                  <a:pt x="2063212" y="2683221"/>
                  <a:pt x="2066322" y="2685087"/>
                </a:cubicBezTo>
                <a:cubicBezTo>
                  <a:pt x="2072542" y="2690063"/>
                  <a:pt x="2076274" y="2696284"/>
                  <a:pt x="2079384" y="2702504"/>
                </a:cubicBezTo>
                <a:cubicBezTo>
                  <a:pt x="2081872" y="2708724"/>
                  <a:pt x="2083738" y="2714944"/>
                  <a:pt x="2084360" y="2719920"/>
                </a:cubicBezTo>
                <a:cubicBezTo>
                  <a:pt x="2084360" y="2724896"/>
                  <a:pt x="2084360" y="2729250"/>
                  <a:pt x="2084360" y="2732360"/>
                </a:cubicBezTo>
                <a:close/>
                <a:moveTo>
                  <a:pt x="3503168" y="2719298"/>
                </a:moveTo>
                <a:cubicBezTo>
                  <a:pt x="3503168" y="2714322"/>
                  <a:pt x="3505034" y="2708102"/>
                  <a:pt x="3508144" y="2701882"/>
                </a:cubicBezTo>
                <a:cubicBezTo>
                  <a:pt x="3510632" y="2695662"/>
                  <a:pt x="3514986" y="2689442"/>
                  <a:pt x="3521206" y="2684465"/>
                </a:cubicBezTo>
                <a:cubicBezTo>
                  <a:pt x="3524316" y="2681977"/>
                  <a:pt x="3527426" y="2680111"/>
                  <a:pt x="3531158" y="2678867"/>
                </a:cubicBezTo>
                <a:cubicBezTo>
                  <a:pt x="3533024" y="2678245"/>
                  <a:pt x="3534891" y="2677623"/>
                  <a:pt x="3536757" y="2677001"/>
                </a:cubicBezTo>
                <a:cubicBezTo>
                  <a:pt x="3538623" y="2677001"/>
                  <a:pt x="3540489" y="2676379"/>
                  <a:pt x="3542355" y="2675757"/>
                </a:cubicBezTo>
                <a:cubicBezTo>
                  <a:pt x="3546087" y="2675757"/>
                  <a:pt x="3549197" y="2675757"/>
                  <a:pt x="3552307" y="2675757"/>
                </a:cubicBezTo>
                <a:cubicBezTo>
                  <a:pt x="3555417" y="2675757"/>
                  <a:pt x="3558527" y="2677001"/>
                  <a:pt x="3561015" y="2677623"/>
                </a:cubicBezTo>
                <a:cubicBezTo>
                  <a:pt x="3563503" y="2678245"/>
                  <a:pt x="3565991" y="2679489"/>
                  <a:pt x="3567857" y="2680111"/>
                </a:cubicBezTo>
                <a:cubicBezTo>
                  <a:pt x="3569723" y="2680733"/>
                  <a:pt x="3571589" y="2681977"/>
                  <a:pt x="3572833" y="2682599"/>
                </a:cubicBezTo>
                <a:cubicBezTo>
                  <a:pt x="3575321" y="2684465"/>
                  <a:pt x="3576565" y="2685087"/>
                  <a:pt x="3576565" y="2685087"/>
                </a:cubicBezTo>
                <a:cubicBezTo>
                  <a:pt x="3576565" y="2685087"/>
                  <a:pt x="3574699" y="2685087"/>
                  <a:pt x="3571589" y="2685087"/>
                </a:cubicBezTo>
                <a:cubicBezTo>
                  <a:pt x="3570345" y="2685087"/>
                  <a:pt x="3568479" y="2685087"/>
                  <a:pt x="3566613" y="2685087"/>
                </a:cubicBezTo>
                <a:cubicBezTo>
                  <a:pt x="3564747" y="2685087"/>
                  <a:pt x="3562259" y="2685087"/>
                  <a:pt x="3559771" y="2685087"/>
                </a:cubicBezTo>
                <a:cubicBezTo>
                  <a:pt x="3558527" y="2685087"/>
                  <a:pt x="3557283" y="2685087"/>
                  <a:pt x="3556039" y="2685087"/>
                </a:cubicBezTo>
                <a:cubicBezTo>
                  <a:pt x="3554795" y="2685087"/>
                  <a:pt x="3553551" y="2685087"/>
                  <a:pt x="3552307" y="2685087"/>
                </a:cubicBezTo>
                <a:cubicBezTo>
                  <a:pt x="3549819" y="2685087"/>
                  <a:pt x="3547331" y="2685709"/>
                  <a:pt x="3544843" y="2686953"/>
                </a:cubicBezTo>
                <a:cubicBezTo>
                  <a:pt x="3542355" y="2687575"/>
                  <a:pt x="3539867" y="2688819"/>
                  <a:pt x="3537379" y="2690063"/>
                </a:cubicBezTo>
                <a:cubicBezTo>
                  <a:pt x="3534891" y="2691307"/>
                  <a:pt x="3532403" y="2692552"/>
                  <a:pt x="3530536" y="2694417"/>
                </a:cubicBezTo>
                <a:cubicBezTo>
                  <a:pt x="3521828" y="2701260"/>
                  <a:pt x="3516230" y="2712456"/>
                  <a:pt x="3511876" y="2721164"/>
                </a:cubicBezTo>
                <a:cubicBezTo>
                  <a:pt x="3510010" y="2725518"/>
                  <a:pt x="3508144" y="2729250"/>
                  <a:pt x="3506900" y="2731738"/>
                </a:cubicBezTo>
                <a:cubicBezTo>
                  <a:pt x="3505656" y="2734226"/>
                  <a:pt x="3505034" y="2736092"/>
                  <a:pt x="3505034" y="2736092"/>
                </a:cubicBezTo>
                <a:cubicBezTo>
                  <a:pt x="3505034" y="2736092"/>
                  <a:pt x="3505034" y="2734226"/>
                  <a:pt x="3504412" y="2731116"/>
                </a:cubicBezTo>
                <a:cubicBezTo>
                  <a:pt x="3504412" y="2728006"/>
                  <a:pt x="3504412" y="2723652"/>
                  <a:pt x="3504412" y="2718676"/>
                </a:cubicBezTo>
                <a:close/>
                <a:moveTo>
                  <a:pt x="3561637" y="1057284"/>
                </a:moveTo>
                <a:cubicBezTo>
                  <a:pt x="3583407" y="1029915"/>
                  <a:pt x="3607044" y="1000680"/>
                  <a:pt x="3633790" y="970202"/>
                </a:cubicBezTo>
                <a:cubicBezTo>
                  <a:pt x="3669867" y="927905"/>
                  <a:pt x="3710920" y="870680"/>
                  <a:pt x="3753838" y="805991"/>
                </a:cubicBezTo>
                <a:cubicBezTo>
                  <a:pt x="3830968" y="825895"/>
                  <a:pt x="3916183" y="850776"/>
                  <a:pt x="4000155" y="880632"/>
                </a:cubicBezTo>
                <a:cubicBezTo>
                  <a:pt x="3967810" y="954652"/>
                  <a:pt x="3928002" y="1042355"/>
                  <a:pt x="3888193" y="1124461"/>
                </a:cubicBezTo>
                <a:cubicBezTo>
                  <a:pt x="3778719" y="1096470"/>
                  <a:pt x="3664269" y="1074078"/>
                  <a:pt x="3562259" y="1057284"/>
                </a:cubicBezTo>
                <a:close/>
                <a:moveTo>
                  <a:pt x="4034988" y="1469677"/>
                </a:moveTo>
                <a:cubicBezTo>
                  <a:pt x="3954126" y="1433600"/>
                  <a:pt x="3862069" y="1401878"/>
                  <a:pt x="3760059" y="1374509"/>
                </a:cubicBezTo>
                <a:cubicBezTo>
                  <a:pt x="3791159" y="1327858"/>
                  <a:pt x="3840298" y="1233313"/>
                  <a:pt x="3890681" y="1129437"/>
                </a:cubicBezTo>
                <a:cubicBezTo>
                  <a:pt x="4005131" y="1158671"/>
                  <a:pt x="4113983" y="1194748"/>
                  <a:pt x="4195467" y="1238289"/>
                </a:cubicBezTo>
                <a:cubicBezTo>
                  <a:pt x="4153792" y="1342787"/>
                  <a:pt x="4107141" y="1451017"/>
                  <a:pt x="4087859" y="1494558"/>
                </a:cubicBezTo>
                <a:cubicBezTo>
                  <a:pt x="4071064" y="1485849"/>
                  <a:pt x="4053648" y="1477763"/>
                  <a:pt x="4035609" y="1469677"/>
                </a:cubicBezTo>
                <a:close/>
                <a:moveTo>
                  <a:pt x="4638961" y="1652549"/>
                </a:moveTo>
                <a:cubicBezTo>
                  <a:pt x="4625277" y="1674941"/>
                  <a:pt x="4610348" y="1700443"/>
                  <a:pt x="4595420" y="1728434"/>
                </a:cubicBezTo>
                <a:cubicBezTo>
                  <a:pt x="4553123" y="1697955"/>
                  <a:pt x="4538817" y="1671209"/>
                  <a:pt x="4533841" y="1655659"/>
                </a:cubicBezTo>
                <a:cubicBezTo>
                  <a:pt x="4574894" y="1577907"/>
                  <a:pt x="4609104" y="1493936"/>
                  <a:pt x="4637717" y="1416806"/>
                </a:cubicBezTo>
                <a:cubicBezTo>
                  <a:pt x="4652023" y="1446041"/>
                  <a:pt x="4677525" y="1473409"/>
                  <a:pt x="4709248" y="1498290"/>
                </a:cubicBezTo>
                <a:cubicBezTo>
                  <a:pt x="4711736" y="1500156"/>
                  <a:pt x="4714846" y="1502644"/>
                  <a:pt x="4717956" y="1504510"/>
                </a:cubicBezTo>
                <a:cubicBezTo>
                  <a:pt x="4691832" y="1559869"/>
                  <a:pt x="4664463" y="1612118"/>
                  <a:pt x="4638961" y="1652549"/>
                </a:cubicBezTo>
                <a:close/>
                <a:moveTo>
                  <a:pt x="4641449" y="1393170"/>
                </a:moveTo>
                <a:cubicBezTo>
                  <a:pt x="4632119" y="1369533"/>
                  <a:pt x="4589822" y="1273122"/>
                  <a:pt x="4485324" y="1165514"/>
                </a:cubicBezTo>
                <a:cubicBezTo>
                  <a:pt x="4487190" y="1160538"/>
                  <a:pt x="4489056" y="1155561"/>
                  <a:pt x="4490922" y="1150585"/>
                </a:cubicBezTo>
                <a:cubicBezTo>
                  <a:pt x="4509582" y="1102690"/>
                  <a:pt x="4533219" y="1049819"/>
                  <a:pt x="4558099" y="995082"/>
                </a:cubicBezTo>
                <a:cubicBezTo>
                  <a:pt x="4688100" y="1175466"/>
                  <a:pt x="4692454" y="1237045"/>
                  <a:pt x="4692454" y="1241399"/>
                </a:cubicBezTo>
                <a:cubicBezTo>
                  <a:pt x="4679392" y="1283074"/>
                  <a:pt x="4662597" y="1335945"/>
                  <a:pt x="4641449" y="1393792"/>
                </a:cubicBezTo>
                <a:close/>
                <a:moveTo>
                  <a:pt x="4556233" y="1600922"/>
                </a:moveTo>
                <a:cubicBezTo>
                  <a:pt x="4548769" y="1617094"/>
                  <a:pt x="4540683" y="1632644"/>
                  <a:pt x="4532597" y="1648194"/>
                </a:cubicBezTo>
                <a:lnTo>
                  <a:pt x="4529487" y="1654414"/>
                </a:lnTo>
                <a:cubicBezTo>
                  <a:pt x="4496520" y="1716616"/>
                  <a:pt x="4459821" y="1773841"/>
                  <a:pt x="4419391" y="1820491"/>
                </a:cubicBezTo>
                <a:cubicBezTo>
                  <a:pt x="4416903" y="1791879"/>
                  <a:pt x="4400108" y="1757046"/>
                  <a:pt x="4367142" y="1712884"/>
                </a:cubicBezTo>
                <a:cubicBezTo>
                  <a:pt x="4362788" y="1706663"/>
                  <a:pt x="4357811" y="1700443"/>
                  <a:pt x="4352836" y="1694223"/>
                </a:cubicBezTo>
                <a:cubicBezTo>
                  <a:pt x="4407573" y="1607142"/>
                  <a:pt x="4417525" y="1525036"/>
                  <a:pt x="4428721" y="1431112"/>
                </a:cubicBezTo>
                <a:cubicBezTo>
                  <a:pt x="4430587" y="1417428"/>
                  <a:pt x="4431831" y="1403122"/>
                  <a:pt x="4433697" y="1388816"/>
                </a:cubicBezTo>
                <a:cubicBezTo>
                  <a:pt x="4537573" y="1460347"/>
                  <a:pt x="4558721" y="1498912"/>
                  <a:pt x="4556855" y="1600922"/>
                </a:cubicBezTo>
                <a:close/>
                <a:moveTo>
                  <a:pt x="4429343" y="1381352"/>
                </a:moveTo>
                <a:cubicBezTo>
                  <a:pt x="4396999" y="1359581"/>
                  <a:pt x="4357811" y="1334079"/>
                  <a:pt x="4308673" y="1303600"/>
                </a:cubicBezTo>
                <a:cubicBezTo>
                  <a:pt x="4286281" y="1289294"/>
                  <a:pt x="4262022" y="1274366"/>
                  <a:pt x="4235897" y="1257571"/>
                </a:cubicBezTo>
                <a:cubicBezTo>
                  <a:pt x="4224701" y="1250729"/>
                  <a:pt x="4212883" y="1243265"/>
                  <a:pt x="4200443" y="1236423"/>
                </a:cubicBezTo>
                <a:cubicBezTo>
                  <a:pt x="4230299" y="1161781"/>
                  <a:pt x="4257046" y="1089628"/>
                  <a:pt x="4269486" y="1043599"/>
                </a:cubicBezTo>
                <a:cubicBezTo>
                  <a:pt x="4271974" y="1033647"/>
                  <a:pt x="4276328" y="1022451"/>
                  <a:pt x="4281304" y="1009389"/>
                </a:cubicBezTo>
                <a:cubicBezTo>
                  <a:pt x="4364654" y="1059772"/>
                  <a:pt x="4429965" y="1114509"/>
                  <a:pt x="4480348" y="1166758"/>
                </a:cubicBezTo>
                <a:cubicBezTo>
                  <a:pt x="4450492" y="1246997"/>
                  <a:pt x="4438051" y="1317906"/>
                  <a:pt x="4429343" y="1381974"/>
                </a:cubicBezTo>
                <a:close/>
                <a:moveTo>
                  <a:pt x="4255802" y="1724080"/>
                </a:moveTo>
                <a:cubicBezTo>
                  <a:pt x="4265754" y="1707285"/>
                  <a:pt x="4275084" y="1692357"/>
                  <a:pt x="4281926" y="1682405"/>
                </a:cubicBezTo>
                <a:cubicBezTo>
                  <a:pt x="4299964" y="1700443"/>
                  <a:pt x="4316759" y="1719726"/>
                  <a:pt x="4331687" y="1739630"/>
                </a:cubicBezTo>
                <a:cubicBezTo>
                  <a:pt x="4332309" y="1740874"/>
                  <a:pt x="4333553" y="1742118"/>
                  <a:pt x="4334175" y="1743362"/>
                </a:cubicBezTo>
                <a:cubicBezTo>
                  <a:pt x="4320491" y="1743362"/>
                  <a:pt x="4296233" y="1740252"/>
                  <a:pt x="4255802" y="1724702"/>
                </a:cubicBezTo>
                <a:close/>
                <a:moveTo>
                  <a:pt x="4327333" y="1901975"/>
                </a:moveTo>
                <a:cubicBezTo>
                  <a:pt x="4323601" y="1913793"/>
                  <a:pt x="4317381" y="1928721"/>
                  <a:pt x="4309917" y="1945516"/>
                </a:cubicBezTo>
                <a:cubicBezTo>
                  <a:pt x="4283170" y="1929966"/>
                  <a:pt x="4260778" y="1915037"/>
                  <a:pt x="4243362" y="1902597"/>
                </a:cubicBezTo>
                <a:cubicBezTo>
                  <a:pt x="4273840" y="1904463"/>
                  <a:pt x="4302453" y="1904463"/>
                  <a:pt x="4327333" y="1901975"/>
                </a:cubicBezTo>
                <a:close/>
                <a:moveTo>
                  <a:pt x="4278816" y="1002547"/>
                </a:moveTo>
                <a:cubicBezTo>
                  <a:pt x="4269486" y="996948"/>
                  <a:pt x="4259534" y="991350"/>
                  <a:pt x="4249582" y="985752"/>
                </a:cubicBezTo>
                <a:cubicBezTo>
                  <a:pt x="4175562" y="944078"/>
                  <a:pt x="4090968" y="908623"/>
                  <a:pt x="4005753" y="877522"/>
                </a:cubicBezTo>
                <a:cubicBezTo>
                  <a:pt x="4026280" y="830249"/>
                  <a:pt x="4043696" y="788575"/>
                  <a:pt x="4054892" y="758096"/>
                </a:cubicBezTo>
                <a:cubicBezTo>
                  <a:pt x="4064844" y="731350"/>
                  <a:pt x="4081639" y="697139"/>
                  <a:pt x="4102787" y="659196"/>
                </a:cubicBezTo>
                <a:cubicBezTo>
                  <a:pt x="4203553" y="700249"/>
                  <a:pt x="4303075" y="748766"/>
                  <a:pt x="4381448" y="804747"/>
                </a:cubicBezTo>
                <a:cubicBezTo>
                  <a:pt x="4337907" y="881876"/>
                  <a:pt x="4299964" y="952164"/>
                  <a:pt x="4278816" y="1001925"/>
                </a:cubicBezTo>
                <a:close/>
                <a:moveTo>
                  <a:pt x="4085371" y="1543697"/>
                </a:moveTo>
                <a:cubicBezTo>
                  <a:pt x="4105275" y="1554271"/>
                  <a:pt x="4124557" y="1564845"/>
                  <a:pt x="4143218" y="1576663"/>
                </a:cubicBezTo>
                <a:cubicBezTo>
                  <a:pt x="4131399" y="1595323"/>
                  <a:pt x="4113361" y="1625802"/>
                  <a:pt x="4095945" y="1661879"/>
                </a:cubicBezTo>
                <a:cubicBezTo>
                  <a:pt x="4049916" y="1653792"/>
                  <a:pt x="4013217" y="1662501"/>
                  <a:pt x="3987715" y="1673697"/>
                </a:cubicBezTo>
                <a:cubicBezTo>
                  <a:pt x="4021926" y="1620204"/>
                  <a:pt x="4064844" y="1567333"/>
                  <a:pt x="4085371" y="1543697"/>
                </a:cubicBezTo>
                <a:close/>
                <a:moveTo>
                  <a:pt x="4060490" y="2009583"/>
                </a:moveTo>
                <a:cubicBezTo>
                  <a:pt x="4060490" y="2009583"/>
                  <a:pt x="4060490" y="2009583"/>
                  <a:pt x="4060490" y="2009583"/>
                </a:cubicBezTo>
                <a:cubicBezTo>
                  <a:pt x="3987093" y="1946138"/>
                  <a:pt x="3964078" y="1913793"/>
                  <a:pt x="3957236" y="1898865"/>
                </a:cubicBezTo>
                <a:lnTo>
                  <a:pt x="3957236" y="1898865"/>
                </a:lnTo>
                <a:cubicBezTo>
                  <a:pt x="3957236" y="1898865"/>
                  <a:pt x="3955992" y="1896377"/>
                  <a:pt x="3954748" y="1892645"/>
                </a:cubicBezTo>
                <a:cubicBezTo>
                  <a:pt x="3954126" y="1890157"/>
                  <a:pt x="3954126" y="1888913"/>
                  <a:pt x="3954748" y="1888291"/>
                </a:cubicBezTo>
                <a:cubicBezTo>
                  <a:pt x="3955992" y="1887047"/>
                  <a:pt x="3965322" y="1880205"/>
                  <a:pt x="4008241" y="1880827"/>
                </a:cubicBezTo>
                <a:cubicBezTo>
                  <a:pt x="4041208" y="1881449"/>
                  <a:pt x="4082260" y="1886425"/>
                  <a:pt x="4126423" y="1891401"/>
                </a:cubicBezTo>
                <a:cubicBezTo>
                  <a:pt x="4101543" y="1929966"/>
                  <a:pt x="4074797" y="1982837"/>
                  <a:pt x="4061734" y="2010205"/>
                </a:cubicBezTo>
                <a:close/>
                <a:moveTo>
                  <a:pt x="4134510" y="1847860"/>
                </a:moveTo>
                <a:cubicBezTo>
                  <a:pt x="4107141" y="1844750"/>
                  <a:pt x="4081017" y="1841640"/>
                  <a:pt x="4057380" y="1839152"/>
                </a:cubicBezTo>
                <a:cubicBezTo>
                  <a:pt x="4052404" y="1782549"/>
                  <a:pt x="4074174" y="1718482"/>
                  <a:pt x="4098433" y="1666233"/>
                </a:cubicBezTo>
                <a:cubicBezTo>
                  <a:pt x="4118959" y="1669965"/>
                  <a:pt x="4141973" y="1677429"/>
                  <a:pt x="4166232" y="1689247"/>
                </a:cubicBezTo>
                <a:cubicBezTo>
                  <a:pt x="4199199" y="1705419"/>
                  <a:pt x="4225945" y="1717238"/>
                  <a:pt x="4248960" y="1725946"/>
                </a:cubicBezTo>
                <a:cubicBezTo>
                  <a:pt x="4228434" y="1762644"/>
                  <a:pt x="4207285" y="1809917"/>
                  <a:pt x="4202309" y="1855324"/>
                </a:cubicBezTo>
                <a:cubicBezTo>
                  <a:pt x="4179294" y="1852836"/>
                  <a:pt x="4156280" y="1850348"/>
                  <a:pt x="4134510" y="1847860"/>
                </a:cubicBezTo>
                <a:close/>
                <a:moveTo>
                  <a:pt x="4457334" y="2014559"/>
                </a:moveTo>
                <a:cubicBezTo>
                  <a:pt x="4420635" y="2093554"/>
                  <a:pt x="4388290" y="2163842"/>
                  <a:pt x="4367764" y="2199919"/>
                </a:cubicBezTo>
                <a:cubicBezTo>
                  <a:pt x="4321113" y="2182502"/>
                  <a:pt x="4271352" y="2158866"/>
                  <a:pt x="4217237" y="2125899"/>
                </a:cubicBezTo>
                <a:cubicBezTo>
                  <a:pt x="4235897" y="2094798"/>
                  <a:pt x="4283170" y="2013937"/>
                  <a:pt x="4311783" y="1951736"/>
                </a:cubicBezTo>
                <a:cubicBezTo>
                  <a:pt x="4353457" y="1975372"/>
                  <a:pt x="4403841" y="1999009"/>
                  <a:pt x="4457955" y="2013315"/>
                </a:cubicBezTo>
                <a:cubicBezTo>
                  <a:pt x="4457955" y="2013315"/>
                  <a:pt x="4457955" y="2013937"/>
                  <a:pt x="4457334" y="2014559"/>
                </a:cubicBezTo>
                <a:close/>
                <a:moveTo>
                  <a:pt x="4597286" y="1734654"/>
                </a:moveTo>
                <a:cubicBezTo>
                  <a:pt x="4617812" y="1748960"/>
                  <a:pt x="4643937" y="1764510"/>
                  <a:pt x="4678147" y="1780061"/>
                </a:cubicBezTo>
                <a:cubicBezTo>
                  <a:pt x="4697430" y="1788769"/>
                  <a:pt x="4717956" y="1796233"/>
                  <a:pt x="4738483" y="1803075"/>
                </a:cubicBezTo>
                <a:cubicBezTo>
                  <a:pt x="4690588" y="1877717"/>
                  <a:pt x="4643315" y="1961066"/>
                  <a:pt x="4602262" y="2035085"/>
                </a:cubicBezTo>
                <a:cubicBezTo>
                  <a:pt x="4553123" y="2029487"/>
                  <a:pt x="4505851" y="2020779"/>
                  <a:pt x="4464175" y="2010205"/>
                </a:cubicBezTo>
                <a:cubicBezTo>
                  <a:pt x="4504606" y="1921879"/>
                  <a:pt x="4552501" y="1818626"/>
                  <a:pt x="4597286" y="1734654"/>
                </a:cubicBezTo>
                <a:close/>
                <a:moveTo>
                  <a:pt x="4678770" y="2226043"/>
                </a:moveTo>
                <a:cubicBezTo>
                  <a:pt x="4651401" y="2232885"/>
                  <a:pt x="4617812" y="2238483"/>
                  <a:pt x="4579248" y="2239105"/>
                </a:cubicBezTo>
                <a:cubicBezTo>
                  <a:pt x="4556233" y="2239105"/>
                  <a:pt x="4530731" y="2238483"/>
                  <a:pt x="4502740" y="2234751"/>
                </a:cubicBezTo>
                <a:cubicBezTo>
                  <a:pt x="4518913" y="2202406"/>
                  <a:pt x="4556855" y="2127765"/>
                  <a:pt x="4604750" y="2040061"/>
                </a:cubicBezTo>
                <a:cubicBezTo>
                  <a:pt x="4666329" y="2046904"/>
                  <a:pt x="4730397" y="2048148"/>
                  <a:pt x="4790110" y="2040684"/>
                </a:cubicBezTo>
                <a:cubicBezTo>
                  <a:pt x="4739726" y="2127143"/>
                  <a:pt x="4699296" y="2193076"/>
                  <a:pt x="4678770" y="2226665"/>
                </a:cubicBezTo>
                <a:close/>
                <a:moveTo>
                  <a:pt x="4887765" y="2013315"/>
                </a:moveTo>
                <a:cubicBezTo>
                  <a:pt x="4860397" y="2023267"/>
                  <a:pt x="4829918" y="2030731"/>
                  <a:pt x="4798196" y="2035085"/>
                </a:cubicBezTo>
                <a:cubicBezTo>
                  <a:pt x="4821210" y="1995899"/>
                  <a:pt x="4845469" y="1952980"/>
                  <a:pt x="4871593" y="1906329"/>
                </a:cubicBezTo>
                <a:cubicBezTo>
                  <a:pt x="4884033" y="1883937"/>
                  <a:pt x="4899583" y="1859056"/>
                  <a:pt x="4916378" y="1832310"/>
                </a:cubicBezTo>
                <a:cubicBezTo>
                  <a:pt x="4957430" y="1834798"/>
                  <a:pt x="4992885" y="1833554"/>
                  <a:pt x="5016522" y="1832310"/>
                </a:cubicBezTo>
                <a:cubicBezTo>
                  <a:pt x="4968627" y="1896999"/>
                  <a:pt x="4925086" y="1959200"/>
                  <a:pt x="4887765" y="2013315"/>
                </a:cubicBezTo>
                <a:close/>
                <a:moveTo>
                  <a:pt x="4914512" y="1827956"/>
                </a:moveTo>
                <a:cubicBezTo>
                  <a:pt x="4863507" y="1824846"/>
                  <a:pt x="4803794" y="1817381"/>
                  <a:pt x="4745325" y="1799965"/>
                </a:cubicBezTo>
                <a:cubicBezTo>
                  <a:pt x="4765229" y="1769487"/>
                  <a:pt x="4784511" y="1740252"/>
                  <a:pt x="4803794" y="1713506"/>
                </a:cubicBezTo>
                <a:cubicBezTo>
                  <a:pt x="4831162" y="1675563"/>
                  <a:pt x="4857909" y="1636998"/>
                  <a:pt x="4883411" y="1598433"/>
                </a:cubicBezTo>
                <a:cubicBezTo>
                  <a:pt x="4899583" y="1605898"/>
                  <a:pt x="4914512" y="1612740"/>
                  <a:pt x="4928818" y="1619582"/>
                </a:cubicBezTo>
                <a:lnTo>
                  <a:pt x="4935038" y="1622692"/>
                </a:lnTo>
                <a:cubicBezTo>
                  <a:pt x="4966761" y="1636998"/>
                  <a:pt x="5002215" y="1645706"/>
                  <a:pt x="5037048" y="1650682"/>
                </a:cubicBezTo>
                <a:cubicBezTo>
                  <a:pt x="4992263" y="1711640"/>
                  <a:pt x="4949344" y="1773219"/>
                  <a:pt x="4913890" y="1827956"/>
                </a:cubicBezTo>
                <a:close/>
                <a:moveTo>
                  <a:pt x="5157096" y="1651304"/>
                </a:moveTo>
                <a:cubicBezTo>
                  <a:pt x="5130972" y="1652549"/>
                  <a:pt x="5089919" y="1652549"/>
                  <a:pt x="5045134" y="1646950"/>
                </a:cubicBezTo>
                <a:cubicBezTo>
                  <a:pt x="5084943" y="1592835"/>
                  <a:pt x="5125374" y="1538720"/>
                  <a:pt x="5162694" y="1490203"/>
                </a:cubicBezTo>
                <a:cubicBezTo>
                  <a:pt x="5219298" y="1495802"/>
                  <a:pt x="5266570" y="1495180"/>
                  <a:pt x="5295183" y="1493936"/>
                </a:cubicBezTo>
                <a:cubicBezTo>
                  <a:pt x="5249154" y="1541830"/>
                  <a:pt x="5202503" y="1595323"/>
                  <a:pt x="5157096" y="1651304"/>
                </a:cubicBezTo>
                <a:close/>
                <a:moveTo>
                  <a:pt x="5077479" y="1267523"/>
                </a:moveTo>
                <a:cubicBezTo>
                  <a:pt x="5122886" y="1284940"/>
                  <a:pt x="5171402" y="1300490"/>
                  <a:pt x="5223029" y="1314174"/>
                </a:cubicBezTo>
                <a:cubicBezTo>
                  <a:pt x="5243556" y="1319772"/>
                  <a:pt x="5264082" y="1324748"/>
                  <a:pt x="5283365" y="1329103"/>
                </a:cubicBezTo>
                <a:cubicBezTo>
                  <a:pt x="5259106" y="1359581"/>
                  <a:pt x="5213699" y="1416806"/>
                  <a:pt x="5160206" y="1485849"/>
                </a:cubicBezTo>
                <a:cubicBezTo>
                  <a:pt x="5104847" y="1480251"/>
                  <a:pt x="5041402" y="1469055"/>
                  <a:pt x="4978579" y="1447285"/>
                </a:cubicBezTo>
                <a:cubicBezTo>
                  <a:pt x="5023364" y="1372021"/>
                  <a:pt x="5058819" y="1307332"/>
                  <a:pt x="5077479" y="1267523"/>
                </a:cubicBezTo>
                <a:close/>
                <a:moveTo>
                  <a:pt x="4882167" y="1592835"/>
                </a:moveTo>
                <a:cubicBezTo>
                  <a:pt x="4829296" y="1567955"/>
                  <a:pt x="4770827" y="1537476"/>
                  <a:pt x="4722932" y="1502644"/>
                </a:cubicBezTo>
                <a:cubicBezTo>
                  <a:pt x="4747191" y="1451017"/>
                  <a:pt x="4771449" y="1396280"/>
                  <a:pt x="4792598" y="1345897"/>
                </a:cubicBezTo>
                <a:cubicBezTo>
                  <a:pt x="4808148" y="1357715"/>
                  <a:pt x="4825564" y="1370777"/>
                  <a:pt x="4845469" y="1385084"/>
                </a:cubicBezTo>
                <a:cubicBezTo>
                  <a:pt x="4885277" y="1413074"/>
                  <a:pt x="4928196" y="1434222"/>
                  <a:pt x="4972359" y="1449773"/>
                </a:cubicBezTo>
                <a:cubicBezTo>
                  <a:pt x="4944990" y="1495180"/>
                  <a:pt x="4914512" y="1544319"/>
                  <a:pt x="4882167" y="1593457"/>
                </a:cubicBezTo>
                <a:close/>
                <a:moveTo>
                  <a:pt x="4863507" y="1155561"/>
                </a:moveTo>
                <a:cubicBezTo>
                  <a:pt x="4851067" y="1189150"/>
                  <a:pt x="4824320" y="1258815"/>
                  <a:pt x="4790731" y="1338433"/>
                </a:cubicBezTo>
                <a:cubicBezTo>
                  <a:pt x="4720444" y="1282452"/>
                  <a:pt x="4701784" y="1250729"/>
                  <a:pt x="4698674" y="1233935"/>
                </a:cubicBezTo>
                <a:cubicBezTo>
                  <a:pt x="4700540" y="1228337"/>
                  <a:pt x="4702406" y="1222739"/>
                  <a:pt x="4703650" y="1217763"/>
                </a:cubicBezTo>
                <a:lnTo>
                  <a:pt x="4709870" y="1198480"/>
                </a:lnTo>
                <a:cubicBezTo>
                  <a:pt x="4732884" y="1126327"/>
                  <a:pt x="4752167" y="1087140"/>
                  <a:pt x="4763985" y="1067858"/>
                </a:cubicBezTo>
                <a:cubicBezTo>
                  <a:pt x="4792598" y="1098958"/>
                  <a:pt x="4825564" y="1128193"/>
                  <a:pt x="4863507" y="1154939"/>
                </a:cubicBezTo>
                <a:close/>
                <a:moveTo>
                  <a:pt x="4777047" y="554698"/>
                </a:moveTo>
                <a:cubicBezTo>
                  <a:pt x="4781402" y="562163"/>
                  <a:pt x="4785133" y="569005"/>
                  <a:pt x="4787622" y="574603"/>
                </a:cubicBezTo>
                <a:cubicBezTo>
                  <a:pt x="4865373" y="731972"/>
                  <a:pt x="4818100" y="898049"/>
                  <a:pt x="4783890" y="982642"/>
                </a:cubicBezTo>
                <a:cubicBezTo>
                  <a:pt x="4772693" y="940967"/>
                  <a:pt x="4745325" y="866326"/>
                  <a:pt x="4676281" y="750632"/>
                </a:cubicBezTo>
                <a:cubicBezTo>
                  <a:pt x="4720444" y="662928"/>
                  <a:pt x="4758387" y="590775"/>
                  <a:pt x="4777047" y="554698"/>
                </a:cubicBezTo>
                <a:close/>
                <a:moveTo>
                  <a:pt x="4670683" y="750632"/>
                </a:moveTo>
                <a:cubicBezTo>
                  <a:pt x="4633985" y="823407"/>
                  <a:pt x="4593554" y="906135"/>
                  <a:pt x="4556855" y="986374"/>
                </a:cubicBezTo>
                <a:cubicBezTo>
                  <a:pt x="4538195" y="960872"/>
                  <a:pt x="4517668" y="933503"/>
                  <a:pt x="4494032" y="903647"/>
                </a:cubicBezTo>
                <a:cubicBezTo>
                  <a:pt x="4466042" y="868192"/>
                  <a:pt x="4429343" y="835226"/>
                  <a:pt x="4386424" y="804125"/>
                </a:cubicBezTo>
                <a:cubicBezTo>
                  <a:pt x="4400730" y="779244"/>
                  <a:pt x="4415659" y="753120"/>
                  <a:pt x="4430587" y="726995"/>
                </a:cubicBezTo>
                <a:cubicBezTo>
                  <a:pt x="4460443" y="674125"/>
                  <a:pt x="4490922" y="620632"/>
                  <a:pt x="4518291" y="570249"/>
                </a:cubicBezTo>
                <a:cubicBezTo>
                  <a:pt x="4562453" y="603215"/>
                  <a:pt x="4599152" y="638670"/>
                  <a:pt x="4623411" y="675991"/>
                </a:cubicBezTo>
                <a:cubicBezTo>
                  <a:pt x="4640827" y="702737"/>
                  <a:pt x="4656377" y="726995"/>
                  <a:pt x="4670061" y="750632"/>
                </a:cubicBezTo>
                <a:close/>
                <a:moveTo>
                  <a:pt x="4366520" y="248047"/>
                </a:moveTo>
                <a:cubicBezTo>
                  <a:pt x="4436807" y="275415"/>
                  <a:pt x="4500874" y="307138"/>
                  <a:pt x="4558721" y="343836"/>
                </a:cubicBezTo>
                <a:cubicBezTo>
                  <a:pt x="4575515" y="354411"/>
                  <a:pt x="4591066" y="364985"/>
                  <a:pt x="4605372" y="375559"/>
                </a:cubicBezTo>
                <a:cubicBezTo>
                  <a:pt x="4593554" y="419100"/>
                  <a:pt x="4559344" y="486899"/>
                  <a:pt x="4517668" y="564029"/>
                </a:cubicBezTo>
                <a:cubicBezTo>
                  <a:pt x="4441161" y="508048"/>
                  <a:pt x="4344127" y="459531"/>
                  <a:pt x="4250204" y="420344"/>
                </a:cubicBezTo>
                <a:cubicBezTo>
                  <a:pt x="4302453" y="340726"/>
                  <a:pt x="4348482" y="273549"/>
                  <a:pt x="4366520" y="248047"/>
                </a:cubicBezTo>
                <a:close/>
                <a:moveTo>
                  <a:pt x="4100921" y="653598"/>
                </a:moveTo>
                <a:cubicBezTo>
                  <a:pt x="4054270" y="634938"/>
                  <a:pt x="4008863" y="618144"/>
                  <a:pt x="3965944" y="603837"/>
                </a:cubicBezTo>
                <a:cubicBezTo>
                  <a:pt x="3940442" y="595129"/>
                  <a:pt x="3914939" y="587043"/>
                  <a:pt x="3890681" y="579579"/>
                </a:cubicBezTo>
                <a:cubicBezTo>
                  <a:pt x="3938576" y="495607"/>
                  <a:pt x="3983983" y="412880"/>
                  <a:pt x="4021303" y="343214"/>
                </a:cubicBezTo>
                <a:cubicBezTo>
                  <a:pt x="4090347" y="364985"/>
                  <a:pt x="4167476" y="391731"/>
                  <a:pt x="4243362" y="422832"/>
                </a:cubicBezTo>
                <a:cubicBezTo>
                  <a:pt x="4194223" y="497473"/>
                  <a:pt x="4140730" y="582689"/>
                  <a:pt x="4100921" y="654220"/>
                </a:cubicBezTo>
                <a:close/>
                <a:moveTo>
                  <a:pt x="3906853" y="136085"/>
                </a:moveTo>
                <a:cubicBezTo>
                  <a:pt x="3970920" y="146659"/>
                  <a:pt x="4061734" y="165319"/>
                  <a:pt x="4104031" y="173405"/>
                </a:cubicBezTo>
                <a:cubicBezTo>
                  <a:pt x="4089102" y="203262"/>
                  <a:pt x="4058624" y="262353"/>
                  <a:pt x="4018815" y="336994"/>
                </a:cubicBezTo>
                <a:cubicBezTo>
                  <a:pt x="3924270" y="307760"/>
                  <a:pt x="3844652" y="287233"/>
                  <a:pt x="3804221" y="277281"/>
                </a:cubicBezTo>
                <a:lnTo>
                  <a:pt x="3906231" y="135463"/>
                </a:lnTo>
                <a:close/>
                <a:moveTo>
                  <a:pt x="3633790" y="514268"/>
                </a:moveTo>
                <a:cubicBezTo>
                  <a:pt x="3684795" y="526086"/>
                  <a:pt x="3777475" y="549100"/>
                  <a:pt x="3884461" y="582067"/>
                </a:cubicBezTo>
                <a:cubicBezTo>
                  <a:pt x="3841542" y="657330"/>
                  <a:pt x="3796135" y="733216"/>
                  <a:pt x="3751972" y="800393"/>
                </a:cubicBezTo>
                <a:cubicBezTo>
                  <a:pt x="3646853" y="773646"/>
                  <a:pt x="3521828" y="764938"/>
                  <a:pt x="3457139" y="758096"/>
                </a:cubicBezTo>
                <a:lnTo>
                  <a:pt x="3633790" y="513646"/>
                </a:lnTo>
                <a:close/>
                <a:moveTo>
                  <a:pt x="3266804" y="1021829"/>
                </a:moveTo>
                <a:cubicBezTo>
                  <a:pt x="3318430" y="1027427"/>
                  <a:pt x="3426039" y="1039867"/>
                  <a:pt x="3553551" y="1060394"/>
                </a:cubicBezTo>
                <a:cubicBezTo>
                  <a:pt x="3460871" y="1178576"/>
                  <a:pt x="3410488" y="1265035"/>
                  <a:pt x="3391206" y="1302356"/>
                </a:cubicBezTo>
                <a:cubicBezTo>
                  <a:pt x="3282976" y="1287428"/>
                  <a:pt x="3146755" y="1281830"/>
                  <a:pt x="3081444" y="1278720"/>
                </a:cubicBezTo>
                <a:lnTo>
                  <a:pt x="3266804" y="1021829"/>
                </a:lnTo>
                <a:close/>
                <a:moveTo>
                  <a:pt x="2882401" y="1577907"/>
                </a:moveTo>
                <a:cubicBezTo>
                  <a:pt x="2899195" y="1555515"/>
                  <a:pt x="2913501" y="1536232"/>
                  <a:pt x="2925319" y="1520060"/>
                </a:cubicBezTo>
                <a:cubicBezTo>
                  <a:pt x="2949578" y="1488337"/>
                  <a:pt x="2963262" y="1469677"/>
                  <a:pt x="2963262" y="1469677"/>
                </a:cubicBezTo>
                <a:cubicBezTo>
                  <a:pt x="2963262" y="1469677"/>
                  <a:pt x="2950200" y="1488337"/>
                  <a:pt x="2927807" y="1521304"/>
                </a:cubicBezTo>
                <a:cubicBezTo>
                  <a:pt x="2916611" y="1537476"/>
                  <a:pt x="2902305" y="1557381"/>
                  <a:pt x="2886755" y="1580395"/>
                </a:cubicBezTo>
                <a:cubicBezTo>
                  <a:pt x="2876181" y="1595323"/>
                  <a:pt x="2864362" y="1612118"/>
                  <a:pt x="2852544" y="1629534"/>
                </a:cubicBezTo>
                <a:lnTo>
                  <a:pt x="2848190" y="1623936"/>
                </a:lnTo>
                <a:cubicBezTo>
                  <a:pt x="2860630" y="1607142"/>
                  <a:pt x="2871826" y="1591591"/>
                  <a:pt x="2883023" y="1577285"/>
                </a:cubicBezTo>
                <a:close/>
                <a:moveTo>
                  <a:pt x="2129145" y="758718"/>
                </a:moveTo>
                <a:cubicBezTo>
                  <a:pt x="2064456" y="764938"/>
                  <a:pt x="1940053" y="773646"/>
                  <a:pt x="1834311" y="801015"/>
                </a:cubicBezTo>
                <a:cubicBezTo>
                  <a:pt x="1790149" y="733216"/>
                  <a:pt x="1744742" y="657952"/>
                  <a:pt x="1701823" y="582689"/>
                </a:cubicBezTo>
                <a:cubicBezTo>
                  <a:pt x="1808809" y="549722"/>
                  <a:pt x="1901489" y="526708"/>
                  <a:pt x="1952494" y="514890"/>
                </a:cubicBezTo>
                <a:lnTo>
                  <a:pt x="2129145" y="759340"/>
                </a:lnTo>
                <a:close/>
                <a:moveTo>
                  <a:pt x="1678809" y="136085"/>
                </a:moveTo>
                <a:lnTo>
                  <a:pt x="1780818" y="277903"/>
                </a:lnTo>
                <a:cubicBezTo>
                  <a:pt x="1740388" y="287855"/>
                  <a:pt x="1660770" y="307760"/>
                  <a:pt x="1566225" y="337616"/>
                </a:cubicBezTo>
                <a:cubicBezTo>
                  <a:pt x="1526416" y="262975"/>
                  <a:pt x="1495937" y="203884"/>
                  <a:pt x="1481009" y="174027"/>
                </a:cubicBezTo>
                <a:cubicBezTo>
                  <a:pt x="1523928" y="165319"/>
                  <a:pt x="1614741" y="147281"/>
                  <a:pt x="1678187" y="136707"/>
                </a:cubicBezTo>
                <a:close/>
                <a:moveTo>
                  <a:pt x="1564359" y="342592"/>
                </a:moveTo>
                <a:cubicBezTo>
                  <a:pt x="1601679" y="412880"/>
                  <a:pt x="1647086" y="495607"/>
                  <a:pt x="1694981" y="578957"/>
                </a:cubicBezTo>
                <a:cubicBezTo>
                  <a:pt x="1670101" y="586421"/>
                  <a:pt x="1645220" y="594507"/>
                  <a:pt x="1619718" y="603215"/>
                </a:cubicBezTo>
                <a:cubicBezTo>
                  <a:pt x="1577421" y="617522"/>
                  <a:pt x="1531392" y="634316"/>
                  <a:pt x="1484741" y="652976"/>
                </a:cubicBezTo>
                <a:cubicBezTo>
                  <a:pt x="1444932" y="581445"/>
                  <a:pt x="1391439" y="496229"/>
                  <a:pt x="1342301" y="421588"/>
                </a:cubicBezTo>
                <a:cubicBezTo>
                  <a:pt x="1418186" y="390487"/>
                  <a:pt x="1495315" y="363741"/>
                  <a:pt x="1564359" y="341970"/>
                </a:cubicBezTo>
                <a:close/>
                <a:moveTo>
                  <a:pt x="948567" y="1416184"/>
                </a:moveTo>
                <a:cubicBezTo>
                  <a:pt x="976558" y="1493314"/>
                  <a:pt x="1011390" y="1577285"/>
                  <a:pt x="1052443" y="1655036"/>
                </a:cubicBezTo>
                <a:cubicBezTo>
                  <a:pt x="1047467" y="1671209"/>
                  <a:pt x="1033161" y="1697333"/>
                  <a:pt x="990864" y="1727812"/>
                </a:cubicBezTo>
                <a:cubicBezTo>
                  <a:pt x="975936" y="1699821"/>
                  <a:pt x="961630" y="1674319"/>
                  <a:pt x="947323" y="1651926"/>
                </a:cubicBezTo>
                <a:cubicBezTo>
                  <a:pt x="921821" y="1611496"/>
                  <a:pt x="895074" y="1559247"/>
                  <a:pt x="868328" y="1503888"/>
                </a:cubicBezTo>
                <a:cubicBezTo>
                  <a:pt x="871438" y="1502022"/>
                  <a:pt x="873926" y="1499534"/>
                  <a:pt x="877036" y="1497668"/>
                </a:cubicBezTo>
                <a:cubicBezTo>
                  <a:pt x="908759" y="1472787"/>
                  <a:pt x="934261" y="1446041"/>
                  <a:pt x="948567" y="1416184"/>
                </a:cubicBezTo>
                <a:close/>
                <a:moveTo>
                  <a:pt x="893830" y="1240777"/>
                </a:moveTo>
                <a:cubicBezTo>
                  <a:pt x="893830" y="1236423"/>
                  <a:pt x="898184" y="1174844"/>
                  <a:pt x="1028185" y="994460"/>
                </a:cubicBezTo>
                <a:cubicBezTo>
                  <a:pt x="1053065" y="1049197"/>
                  <a:pt x="1076080" y="1102068"/>
                  <a:pt x="1095362" y="1149963"/>
                </a:cubicBezTo>
                <a:cubicBezTo>
                  <a:pt x="1097228" y="1154939"/>
                  <a:pt x="1099094" y="1159915"/>
                  <a:pt x="1100960" y="1164892"/>
                </a:cubicBezTo>
                <a:cubicBezTo>
                  <a:pt x="996462" y="1272500"/>
                  <a:pt x="954165" y="1368911"/>
                  <a:pt x="944835" y="1392548"/>
                </a:cubicBezTo>
                <a:cubicBezTo>
                  <a:pt x="924309" y="1334701"/>
                  <a:pt x="906893" y="1281830"/>
                  <a:pt x="893830" y="1240155"/>
                </a:cubicBezTo>
                <a:close/>
                <a:moveTo>
                  <a:pt x="908137" y="1780061"/>
                </a:moveTo>
                <a:cubicBezTo>
                  <a:pt x="942347" y="1764510"/>
                  <a:pt x="968472" y="1748960"/>
                  <a:pt x="988998" y="1734654"/>
                </a:cubicBezTo>
                <a:cubicBezTo>
                  <a:pt x="1033783" y="1818626"/>
                  <a:pt x="1081056" y="1921879"/>
                  <a:pt x="1122109" y="2010205"/>
                </a:cubicBezTo>
                <a:cubicBezTo>
                  <a:pt x="1080434" y="2020779"/>
                  <a:pt x="1033161" y="2029487"/>
                  <a:pt x="984022" y="2035085"/>
                </a:cubicBezTo>
                <a:cubicBezTo>
                  <a:pt x="943591" y="1961066"/>
                  <a:pt x="895696" y="1877717"/>
                  <a:pt x="847801" y="1803075"/>
                </a:cubicBezTo>
                <a:cubicBezTo>
                  <a:pt x="868328" y="1796855"/>
                  <a:pt x="888854" y="1789391"/>
                  <a:pt x="908137" y="1780061"/>
                </a:cubicBezTo>
                <a:close/>
                <a:moveTo>
                  <a:pt x="1056797" y="1655036"/>
                </a:moveTo>
                <a:lnTo>
                  <a:pt x="1053687" y="1648816"/>
                </a:lnTo>
                <a:cubicBezTo>
                  <a:pt x="1045601" y="1633266"/>
                  <a:pt x="1037515" y="1617094"/>
                  <a:pt x="1030051" y="1601543"/>
                </a:cubicBezTo>
                <a:cubicBezTo>
                  <a:pt x="1027563" y="1499534"/>
                  <a:pt x="1049333" y="1460969"/>
                  <a:pt x="1153209" y="1389438"/>
                </a:cubicBezTo>
                <a:cubicBezTo>
                  <a:pt x="1155075" y="1403744"/>
                  <a:pt x="1156941" y="1418050"/>
                  <a:pt x="1158185" y="1431734"/>
                </a:cubicBezTo>
                <a:cubicBezTo>
                  <a:pt x="1169381" y="1525658"/>
                  <a:pt x="1179333" y="1607764"/>
                  <a:pt x="1233449" y="1694845"/>
                </a:cubicBezTo>
                <a:cubicBezTo>
                  <a:pt x="1228472" y="1701065"/>
                  <a:pt x="1223496" y="1707285"/>
                  <a:pt x="1219142" y="1713506"/>
                </a:cubicBezTo>
                <a:cubicBezTo>
                  <a:pt x="1186176" y="1757668"/>
                  <a:pt x="1169381" y="1792501"/>
                  <a:pt x="1166893" y="1821114"/>
                </a:cubicBezTo>
                <a:cubicBezTo>
                  <a:pt x="1126463" y="1775085"/>
                  <a:pt x="1089764" y="1717238"/>
                  <a:pt x="1056797" y="1655036"/>
                </a:cubicBezTo>
                <a:close/>
                <a:moveTo>
                  <a:pt x="1276989" y="1303600"/>
                </a:moveTo>
                <a:cubicBezTo>
                  <a:pt x="1228472" y="1334701"/>
                  <a:pt x="1188664" y="1359581"/>
                  <a:pt x="1156319" y="1381352"/>
                </a:cubicBezTo>
                <a:cubicBezTo>
                  <a:pt x="1147611" y="1317284"/>
                  <a:pt x="1135171" y="1246997"/>
                  <a:pt x="1105314" y="1166136"/>
                </a:cubicBezTo>
                <a:cubicBezTo>
                  <a:pt x="1156319" y="1113887"/>
                  <a:pt x="1221630" y="1059150"/>
                  <a:pt x="1304358" y="1008767"/>
                </a:cubicBezTo>
                <a:cubicBezTo>
                  <a:pt x="1309956" y="1021829"/>
                  <a:pt x="1313688" y="1033025"/>
                  <a:pt x="1316176" y="1042977"/>
                </a:cubicBezTo>
                <a:cubicBezTo>
                  <a:pt x="1328616" y="1089006"/>
                  <a:pt x="1355363" y="1161781"/>
                  <a:pt x="1385219" y="1235801"/>
                </a:cubicBezTo>
                <a:cubicBezTo>
                  <a:pt x="1372779" y="1242643"/>
                  <a:pt x="1360961" y="1249485"/>
                  <a:pt x="1349765" y="1256949"/>
                </a:cubicBezTo>
                <a:cubicBezTo>
                  <a:pt x="1323640" y="1273744"/>
                  <a:pt x="1299382" y="1289294"/>
                  <a:pt x="1276989" y="1302978"/>
                </a:cubicBezTo>
                <a:close/>
                <a:moveTo>
                  <a:pt x="1330482" y="1724080"/>
                </a:moveTo>
                <a:cubicBezTo>
                  <a:pt x="1290052" y="1739630"/>
                  <a:pt x="1265793" y="1743362"/>
                  <a:pt x="1252109" y="1742740"/>
                </a:cubicBezTo>
                <a:cubicBezTo>
                  <a:pt x="1252731" y="1741496"/>
                  <a:pt x="1253975" y="1740252"/>
                  <a:pt x="1254597" y="1739008"/>
                </a:cubicBezTo>
                <a:cubicBezTo>
                  <a:pt x="1269525" y="1719104"/>
                  <a:pt x="1286320" y="1699821"/>
                  <a:pt x="1304358" y="1681783"/>
                </a:cubicBezTo>
                <a:cubicBezTo>
                  <a:pt x="1311200" y="1691735"/>
                  <a:pt x="1320530" y="1706663"/>
                  <a:pt x="1330482" y="1723458"/>
                </a:cubicBezTo>
                <a:close/>
                <a:moveTo>
                  <a:pt x="1336080" y="985752"/>
                </a:moveTo>
                <a:cubicBezTo>
                  <a:pt x="1326128" y="991350"/>
                  <a:pt x="1316176" y="996948"/>
                  <a:pt x="1306846" y="1002547"/>
                </a:cubicBezTo>
                <a:cubicBezTo>
                  <a:pt x="1285697" y="952164"/>
                  <a:pt x="1247755" y="882498"/>
                  <a:pt x="1204214" y="805369"/>
                </a:cubicBezTo>
                <a:cubicBezTo>
                  <a:pt x="1282587" y="749388"/>
                  <a:pt x="1382109" y="700871"/>
                  <a:pt x="1482875" y="659818"/>
                </a:cubicBezTo>
                <a:cubicBezTo>
                  <a:pt x="1504023" y="697761"/>
                  <a:pt x="1520818" y="731972"/>
                  <a:pt x="1530770" y="758718"/>
                </a:cubicBezTo>
                <a:cubicBezTo>
                  <a:pt x="1541966" y="789197"/>
                  <a:pt x="1559382" y="830871"/>
                  <a:pt x="1579909" y="878144"/>
                </a:cubicBezTo>
                <a:cubicBezTo>
                  <a:pt x="1494693" y="908623"/>
                  <a:pt x="1410100" y="944699"/>
                  <a:pt x="1336080" y="986374"/>
                </a:cubicBezTo>
                <a:close/>
                <a:moveTo>
                  <a:pt x="1027563" y="343214"/>
                </a:moveTo>
                <a:cubicBezTo>
                  <a:pt x="1085410" y="306516"/>
                  <a:pt x="1149477" y="274793"/>
                  <a:pt x="1219764" y="247425"/>
                </a:cubicBezTo>
                <a:cubicBezTo>
                  <a:pt x="1237181" y="272927"/>
                  <a:pt x="1283831" y="340104"/>
                  <a:pt x="1336080" y="419722"/>
                </a:cubicBezTo>
                <a:cubicBezTo>
                  <a:pt x="1242157" y="458909"/>
                  <a:pt x="1144501" y="507425"/>
                  <a:pt x="1068616" y="563407"/>
                </a:cubicBezTo>
                <a:cubicBezTo>
                  <a:pt x="1026941" y="486277"/>
                  <a:pt x="992730" y="418478"/>
                  <a:pt x="980912" y="374937"/>
                </a:cubicBezTo>
                <a:cubicBezTo>
                  <a:pt x="995218" y="364363"/>
                  <a:pt x="1010768" y="353789"/>
                  <a:pt x="1027563" y="343214"/>
                </a:cubicBezTo>
                <a:close/>
                <a:moveTo>
                  <a:pt x="961630" y="675991"/>
                </a:moveTo>
                <a:cubicBezTo>
                  <a:pt x="985888" y="638670"/>
                  <a:pt x="1022587" y="603215"/>
                  <a:pt x="1066749" y="570249"/>
                </a:cubicBezTo>
                <a:cubicBezTo>
                  <a:pt x="1094118" y="620010"/>
                  <a:pt x="1124597" y="674125"/>
                  <a:pt x="1154453" y="726995"/>
                </a:cubicBezTo>
                <a:cubicBezTo>
                  <a:pt x="1169381" y="753120"/>
                  <a:pt x="1184310" y="779244"/>
                  <a:pt x="1198616" y="804125"/>
                </a:cubicBezTo>
                <a:cubicBezTo>
                  <a:pt x="1155697" y="834603"/>
                  <a:pt x="1118998" y="868192"/>
                  <a:pt x="1091008" y="903647"/>
                </a:cubicBezTo>
                <a:cubicBezTo>
                  <a:pt x="1067372" y="933503"/>
                  <a:pt x="1046845" y="960872"/>
                  <a:pt x="1028185" y="986374"/>
                </a:cubicBezTo>
                <a:cubicBezTo>
                  <a:pt x="991486" y="906135"/>
                  <a:pt x="951055" y="823407"/>
                  <a:pt x="914357" y="750632"/>
                </a:cubicBezTo>
                <a:cubicBezTo>
                  <a:pt x="928041" y="727618"/>
                  <a:pt x="943591" y="702737"/>
                  <a:pt x="961008" y="675991"/>
                </a:cubicBezTo>
                <a:close/>
                <a:moveTo>
                  <a:pt x="798663" y="573981"/>
                </a:moveTo>
                <a:cubicBezTo>
                  <a:pt x="801151" y="568383"/>
                  <a:pt x="804883" y="562163"/>
                  <a:pt x="809237" y="554076"/>
                </a:cubicBezTo>
                <a:cubicBezTo>
                  <a:pt x="827897" y="589531"/>
                  <a:pt x="865840" y="662306"/>
                  <a:pt x="910003" y="750010"/>
                </a:cubicBezTo>
                <a:cubicBezTo>
                  <a:pt x="840959" y="865704"/>
                  <a:pt x="813591" y="940345"/>
                  <a:pt x="802395" y="982020"/>
                </a:cubicBezTo>
                <a:cubicBezTo>
                  <a:pt x="767562" y="898049"/>
                  <a:pt x="720289" y="731350"/>
                  <a:pt x="798663" y="573981"/>
                </a:cubicBezTo>
                <a:close/>
                <a:moveTo>
                  <a:pt x="821677" y="1068480"/>
                </a:moveTo>
                <a:cubicBezTo>
                  <a:pt x="833495" y="1088384"/>
                  <a:pt x="852778" y="1126949"/>
                  <a:pt x="875792" y="1199102"/>
                </a:cubicBezTo>
                <a:lnTo>
                  <a:pt x="882012" y="1218384"/>
                </a:lnTo>
                <a:cubicBezTo>
                  <a:pt x="883878" y="1223361"/>
                  <a:pt x="885122" y="1228959"/>
                  <a:pt x="886988" y="1234557"/>
                </a:cubicBezTo>
                <a:cubicBezTo>
                  <a:pt x="883878" y="1251351"/>
                  <a:pt x="865218" y="1283074"/>
                  <a:pt x="794930" y="1339055"/>
                </a:cubicBezTo>
                <a:cubicBezTo>
                  <a:pt x="761342" y="1259437"/>
                  <a:pt x="734595" y="1189772"/>
                  <a:pt x="722155" y="1156183"/>
                </a:cubicBezTo>
                <a:cubicBezTo>
                  <a:pt x="760098" y="1129437"/>
                  <a:pt x="793064" y="1100202"/>
                  <a:pt x="821677" y="1069102"/>
                </a:cubicBezTo>
                <a:close/>
                <a:moveTo>
                  <a:pt x="740193" y="1385084"/>
                </a:moveTo>
                <a:cubicBezTo>
                  <a:pt x="760098" y="1370777"/>
                  <a:pt x="778136" y="1357715"/>
                  <a:pt x="793064" y="1345897"/>
                </a:cubicBezTo>
                <a:cubicBezTo>
                  <a:pt x="814213" y="1396280"/>
                  <a:pt x="838471" y="1451017"/>
                  <a:pt x="862730" y="1502644"/>
                </a:cubicBezTo>
                <a:cubicBezTo>
                  <a:pt x="815457" y="1537476"/>
                  <a:pt x="756366" y="1567955"/>
                  <a:pt x="703495" y="1592835"/>
                </a:cubicBezTo>
                <a:cubicBezTo>
                  <a:pt x="671150" y="1543697"/>
                  <a:pt x="640672" y="1494558"/>
                  <a:pt x="613303" y="1449151"/>
                </a:cubicBezTo>
                <a:cubicBezTo>
                  <a:pt x="656844" y="1433600"/>
                  <a:pt x="700385" y="1412452"/>
                  <a:pt x="739572" y="1384462"/>
                </a:cubicBezTo>
                <a:close/>
                <a:moveTo>
                  <a:pt x="362633" y="1314174"/>
                </a:moveTo>
                <a:cubicBezTo>
                  <a:pt x="414260" y="1300490"/>
                  <a:pt x="462776" y="1284940"/>
                  <a:pt x="508183" y="1267523"/>
                </a:cubicBezTo>
                <a:cubicBezTo>
                  <a:pt x="526844" y="1307332"/>
                  <a:pt x="561676" y="1372021"/>
                  <a:pt x="607083" y="1447285"/>
                </a:cubicBezTo>
                <a:cubicBezTo>
                  <a:pt x="544260" y="1469677"/>
                  <a:pt x="480193" y="1480873"/>
                  <a:pt x="425456" y="1485849"/>
                </a:cubicBezTo>
                <a:cubicBezTo>
                  <a:pt x="372585" y="1416806"/>
                  <a:pt x="326556" y="1359581"/>
                  <a:pt x="302298" y="1329103"/>
                </a:cubicBezTo>
                <a:cubicBezTo>
                  <a:pt x="321580" y="1324748"/>
                  <a:pt x="342106" y="1319772"/>
                  <a:pt x="362633" y="1314174"/>
                </a:cubicBezTo>
                <a:close/>
                <a:moveTo>
                  <a:pt x="429188" y="1651304"/>
                </a:moveTo>
                <a:cubicBezTo>
                  <a:pt x="383781" y="1595945"/>
                  <a:pt x="337130" y="1541830"/>
                  <a:pt x="291101" y="1493936"/>
                </a:cubicBezTo>
                <a:cubicBezTo>
                  <a:pt x="319714" y="1495180"/>
                  <a:pt x="366987" y="1495802"/>
                  <a:pt x="423590" y="1490203"/>
                </a:cubicBezTo>
                <a:cubicBezTo>
                  <a:pt x="460910" y="1538720"/>
                  <a:pt x="501341" y="1592213"/>
                  <a:pt x="541150" y="1646950"/>
                </a:cubicBezTo>
                <a:cubicBezTo>
                  <a:pt x="496987" y="1652549"/>
                  <a:pt x="455312" y="1652549"/>
                  <a:pt x="429188" y="1651304"/>
                </a:cubicBezTo>
                <a:close/>
                <a:moveTo>
                  <a:pt x="650624" y="1622692"/>
                </a:moveTo>
                <a:lnTo>
                  <a:pt x="656844" y="1619582"/>
                </a:lnTo>
                <a:cubicBezTo>
                  <a:pt x="671150" y="1613362"/>
                  <a:pt x="686701" y="1605898"/>
                  <a:pt x="702251" y="1598433"/>
                </a:cubicBezTo>
                <a:cubicBezTo>
                  <a:pt x="727753" y="1636998"/>
                  <a:pt x="754500" y="1675563"/>
                  <a:pt x="781868" y="1713506"/>
                </a:cubicBezTo>
                <a:cubicBezTo>
                  <a:pt x="801151" y="1740252"/>
                  <a:pt x="821055" y="1769487"/>
                  <a:pt x="840337" y="1799965"/>
                </a:cubicBezTo>
                <a:cubicBezTo>
                  <a:pt x="781868" y="1817381"/>
                  <a:pt x="722155" y="1824846"/>
                  <a:pt x="671150" y="1827956"/>
                </a:cubicBezTo>
                <a:cubicBezTo>
                  <a:pt x="635696" y="1773219"/>
                  <a:pt x="592777" y="1711640"/>
                  <a:pt x="547992" y="1650682"/>
                </a:cubicBezTo>
                <a:cubicBezTo>
                  <a:pt x="582203" y="1645706"/>
                  <a:pt x="618279" y="1637620"/>
                  <a:pt x="650002" y="1622692"/>
                </a:cubicBezTo>
                <a:close/>
                <a:moveTo>
                  <a:pt x="698519" y="2013315"/>
                </a:moveTo>
                <a:cubicBezTo>
                  <a:pt x="661198" y="1959200"/>
                  <a:pt x="617657" y="1896999"/>
                  <a:pt x="569762" y="1832310"/>
                </a:cubicBezTo>
                <a:cubicBezTo>
                  <a:pt x="593399" y="1833554"/>
                  <a:pt x="628232" y="1834176"/>
                  <a:pt x="669906" y="1832310"/>
                </a:cubicBezTo>
                <a:cubicBezTo>
                  <a:pt x="687323" y="1859056"/>
                  <a:pt x="702251" y="1883937"/>
                  <a:pt x="714691" y="1906329"/>
                </a:cubicBezTo>
                <a:cubicBezTo>
                  <a:pt x="740816" y="1952358"/>
                  <a:pt x="765074" y="1995899"/>
                  <a:pt x="788088" y="2035085"/>
                </a:cubicBezTo>
                <a:cubicBezTo>
                  <a:pt x="756366" y="2030731"/>
                  <a:pt x="725887" y="2023889"/>
                  <a:pt x="698519" y="2013315"/>
                </a:cubicBezTo>
                <a:close/>
                <a:moveTo>
                  <a:pt x="1082922" y="2234129"/>
                </a:moveTo>
                <a:cubicBezTo>
                  <a:pt x="1054931" y="2237861"/>
                  <a:pt x="1029429" y="2239105"/>
                  <a:pt x="1006414" y="2238483"/>
                </a:cubicBezTo>
                <a:cubicBezTo>
                  <a:pt x="967850" y="2237861"/>
                  <a:pt x="934883" y="2232263"/>
                  <a:pt x="906893" y="2225421"/>
                </a:cubicBezTo>
                <a:cubicBezTo>
                  <a:pt x="886366" y="2192454"/>
                  <a:pt x="845935" y="2125899"/>
                  <a:pt x="796175" y="2039440"/>
                </a:cubicBezTo>
                <a:cubicBezTo>
                  <a:pt x="855266" y="2046904"/>
                  <a:pt x="919955" y="2045038"/>
                  <a:pt x="981534" y="2038818"/>
                </a:cubicBezTo>
                <a:cubicBezTo>
                  <a:pt x="1029429" y="2126521"/>
                  <a:pt x="1067372" y="2201162"/>
                  <a:pt x="1083544" y="2233507"/>
                </a:cubicBezTo>
                <a:close/>
                <a:moveTo>
                  <a:pt x="1368425" y="2125277"/>
                </a:moveTo>
                <a:cubicBezTo>
                  <a:pt x="1314932" y="2158244"/>
                  <a:pt x="1264549" y="2182502"/>
                  <a:pt x="1217898" y="2199296"/>
                </a:cubicBezTo>
                <a:cubicBezTo>
                  <a:pt x="1197372" y="2163220"/>
                  <a:pt x="1165027" y="2092933"/>
                  <a:pt x="1128329" y="2013937"/>
                </a:cubicBezTo>
                <a:cubicBezTo>
                  <a:pt x="1128329" y="2013937"/>
                  <a:pt x="1128329" y="2013315"/>
                  <a:pt x="1127707" y="2012693"/>
                </a:cubicBezTo>
                <a:cubicBezTo>
                  <a:pt x="1181200" y="1999009"/>
                  <a:pt x="1232204" y="1974750"/>
                  <a:pt x="1273879" y="1951114"/>
                </a:cubicBezTo>
                <a:cubicBezTo>
                  <a:pt x="1302492" y="2013315"/>
                  <a:pt x="1350387" y="2094177"/>
                  <a:pt x="1368425" y="2125277"/>
                </a:cubicBezTo>
                <a:close/>
                <a:moveTo>
                  <a:pt x="1275745" y="1945516"/>
                </a:moveTo>
                <a:cubicBezTo>
                  <a:pt x="1268281" y="1928721"/>
                  <a:pt x="1262061" y="1913793"/>
                  <a:pt x="1258329" y="1901975"/>
                </a:cubicBezTo>
                <a:cubicBezTo>
                  <a:pt x="1283209" y="1904463"/>
                  <a:pt x="1311822" y="1904463"/>
                  <a:pt x="1342301" y="1902597"/>
                </a:cubicBezTo>
                <a:cubicBezTo>
                  <a:pt x="1325506" y="1915037"/>
                  <a:pt x="1302492" y="1929966"/>
                  <a:pt x="1275745" y="1945516"/>
                </a:cubicBezTo>
                <a:close/>
                <a:moveTo>
                  <a:pt x="1383353" y="1855324"/>
                </a:moveTo>
                <a:cubicBezTo>
                  <a:pt x="1378999" y="1810539"/>
                  <a:pt x="1357229" y="1762644"/>
                  <a:pt x="1336702" y="1725946"/>
                </a:cubicBezTo>
                <a:cubicBezTo>
                  <a:pt x="1359095" y="1717238"/>
                  <a:pt x="1386463" y="1705419"/>
                  <a:pt x="1419430" y="1689247"/>
                </a:cubicBezTo>
                <a:cubicBezTo>
                  <a:pt x="1443688" y="1677429"/>
                  <a:pt x="1466703" y="1669965"/>
                  <a:pt x="1487229" y="1666233"/>
                </a:cubicBezTo>
                <a:cubicBezTo>
                  <a:pt x="1511488" y="1718482"/>
                  <a:pt x="1532636" y="1782549"/>
                  <a:pt x="1528282" y="1839152"/>
                </a:cubicBezTo>
                <a:cubicBezTo>
                  <a:pt x="1504646" y="1841018"/>
                  <a:pt x="1479143" y="1844128"/>
                  <a:pt x="1451152" y="1847860"/>
                </a:cubicBezTo>
                <a:cubicBezTo>
                  <a:pt x="1429382" y="1850348"/>
                  <a:pt x="1406368" y="1853458"/>
                  <a:pt x="1383353" y="1855324"/>
                </a:cubicBezTo>
                <a:close/>
                <a:moveTo>
                  <a:pt x="1632158" y="1892023"/>
                </a:moveTo>
                <a:cubicBezTo>
                  <a:pt x="1630914" y="1895755"/>
                  <a:pt x="1629670" y="1898243"/>
                  <a:pt x="1629670" y="1898243"/>
                </a:cubicBezTo>
                <a:lnTo>
                  <a:pt x="1629670" y="1898243"/>
                </a:lnTo>
                <a:cubicBezTo>
                  <a:pt x="1622206" y="1913171"/>
                  <a:pt x="1599191" y="1945516"/>
                  <a:pt x="1526416" y="2008961"/>
                </a:cubicBezTo>
                <a:cubicBezTo>
                  <a:pt x="1526416" y="2008961"/>
                  <a:pt x="1526416" y="2008961"/>
                  <a:pt x="1526416" y="2008961"/>
                </a:cubicBezTo>
                <a:cubicBezTo>
                  <a:pt x="1513354" y="1981592"/>
                  <a:pt x="1487229" y="1928721"/>
                  <a:pt x="1461727" y="1890157"/>
                </a:cubicBezTo>
                <a:cubicBezTo>
                  <a:pt x="1505268" y="1885181"/>
                  <a:pt x="1546942" y="1880205"/>
                  <a:pt x="1579909" y="1879583"/>
                </a:cubicBezTo>
                <a:cubicBezTo>
                  <a:pt x="1622828" y="1878961"/>
                  <a:pt x="1632158" y="1885803"/>
                  <a:pt x="1633402" y="1887047"/>
                </a:cubicBezTo>
                <a:cubicBezTo>
                  <a:pt x="1633402" y="1887047"/>
                  <a:pt x="1633402" y="1888913"/>
                  <a:pt x="1633402" y="1891401"/>
                </a:cubicBezTo>
                <a:close/>
                <a:moveTo>
                  <a:pt x="1597947" y="1673697"/>
                </a:moveTo>
                <a:cubicBezTo>
                  <a:pt x="1571823" y="1662501"/>
                  <a:pt x="1535746" y="1653792"/>
                  <a:pt x="1489717" y="1661879"/>
                </a:cubicBezTo>
                <a:cubicBezTo>
                  <a:pt x="1472301" y="1625180"/>
                  <a:pt x="1454263" y="1594701"/>
                  <a:pt x="1442444" y="1576663"/>
                </a:cubicBezTo>
                <a:cubicBezTo>
                  <a:pt x="1461105" y="1565467"/>
                  <a:pt x="1480387" y="1554271"/>
                  <a:pt x="1500291" y="1543697"/>
                </a:cubicBezTo>
                <a:cubicBezTo>
                  <a:pt x="1520818" y="1567333"/>
                  <a:pt x="1563737" y="1620826"/>
                  <a:pt x="1597947" y="1673697"/>
                </a:cubicBezTo>
                <a:close/>
                <a:moveTo>
                  <a:pt x="1551296" y="1469677"/>
                </a:moveTo>
                <a:cubicBezTo>
                  <a:pt x="1533258" y="1477763"/>
                  <a:pt x="1515842" y="1485849"/>
                  <a:pt x="1499047" y="1494558"/>
                </a:cubicBezTo>
                <a:cubicBezTo>
                  <a:pt x="1479765" y="1451017"/>
                  <a:pt x="1433114" y="1342787"/>
                  <a:pt x="1391439" y="1238289"/>
                </a:cubicBezTo>
                <a:cubicBezTo>
                  <a:pt x="1472923" y="1194748"/>
                  <a:pt x="1581153" y="1158671"/>
                  <a:pt x="1696225" y="1129437"/>
                </a:cubicBezTo>
                <a:cubicBezTo>
                  <a:pt x="1745986" y="1233313"/>
                  <a:pt x="1795125" y="1327858"/>
                  <a:pt x="1826225" y="1374509"/>
                </a:cubicBezTo>
                <a:cubicBezTo>
                  <a:pt x="1724215" y="1401878"/>
                  <a:pt x="1632158" y="1433600"/>
                  <a:pt x="1551296" y="1469677"/>
                </a:cubicBezTo>
                <a:close/>
                <a:moveTo>
                  <a:pt x="1698091" y="1124461"/>
                </a:moveTo>
                <a:cubicBezTo>
                  <a:pt x="1658282" y="1042355"/>
                  <a:pt x="1618474" y="954652"/>
                  <a:pt x="1586129" y="880632"/>
                </a:cubicBezTo>
                <a:cubicBezTo>
                  <a:pt x="1670101" y="850776"/>
                  <a:pt x="1755316" y="825895"/>
                  <a:pt x="1832445" y="805991"/>
                </a:cubicBezTo>
                <a:cubicBezTo>
                  <a:pt x="1874742" y="871302"/>
                  <a:pt x="1915795" y="928527"/>
                  <a:pt x="1951872" y="970202"/>
                </a:cubicBezTo>
                <a:cubicBezTo>
                  <a:pt x="1978618" y="1000680"/>
                  <a:pt x="2002254" y="1029915"/>
                  <a:pt x="2024025" y="1057284"/>
                </a:cubicBezTo>
                <a:cubicBezTo>
                  <a:pt x="1922015" y="1074078"/>
                  <a:pt x="1806943" y="1095848"/>
                  <a:pt x="1698091" y="1124461"/>
                </a:cubicBezTo>
                <a:close/>
                <a:moveTo>
                  <a:pt x="2195078" y="1302356"/>
                </a:moveTo>
                <a:cubicBezTo>
                  <a:pt x="2175174" y="1265035"/>
                  <a:pt x="2125413" y="1178576"/>
                  <a:pt x="2032733" y="1060394"/>
                </a:cubicBezTo>
                <a:cubicBezTo>
                  <a:pt x="2160868" y="1039867"/>
                  <a:pt x="2267853" y="1027427"/>
                  <a:pt x="2319480" y="1021829"/>
                </a:cubicBezTo>
                <a:lnTo>
                  <a:pt x="2505462" y="1278720"/>
                </a:lnTo>
                <a:cubicBezTo>
                  <a:pt x="2440151" y="1281830"/>
                  <a:pt x="2303930" y="1288050"/>
                  <a:pt x="2195700" y="1302356"/>
                </a:cubicBezTo>
                <a:close/>
                <a:moveTo>
                  <a:pt x="2768572" y="1748338"/>
                </a:moveTo>
                <a:cubicBezTo>
                  <a:pt x="2745558" y="1780683"/>
                  <a:pt x="2721922" y="1814271"/>
                  <a:pt x="2697041" y="1849104"/>
                </a:cubicBezTo>
                <a:cubicBezTo>
                  <a:pt x="2672161" y="1883937"/>
                  <a:pt x="2646658" y="1920013"/>
                  <a:pt x="2619912" y="1956712"/>
                </a:cubicBezTo>
                <a:cubicBezTo>
                  <a:pt x="2593787" y="1993411"/>
                  <a:pt x="2567041" y="2030731"/>
                  <a:pt x="2540294" y="2067430"/>
                </a:cubicBezTo>
                <a:cubicBezTo>
                  <a:pt x="2513548" y="2104751"/>
                  <a:pt x="2486801" y="2141449"/>
                  <a:pt x="2460055" y="2178148"/>
                </a:cubicBezTo>
                <a:cubicBezTo>
                  <a:pt x="2433308" y="2214847"/>
                  <a:pt x="2407184" y="2250301"/>
                  <a:pt x="2382303" y="2285134"/>
                </a:cubicBezTo>
                <a:cubicBezTo>
                  <a:pt x="2331921" y="2354799"/>
                  <a:pt x="2284026" y="2418866"/>
                  <a:pt x="2243595" y="2474226"/>
                </a:cubicBezTo>
                <a:cubicBezTo>
                  <a:pt x="2223069" y="2502216"/>
                  <a:pt x="2204408" y="2527097"/>
                  <a:pt x="2187614" y="2549489"/>
                </a:cubicBezTo>
                <a:cubicBezTo>
                  <a:pt x="2170820" y="2571881"/>
                  <a:pt x="2156513" y="2591164"/>
                  <a:pt x="2144695" y="2607336"/>
                </a:cubicBezTo>
                <a:cubicBezTo>
                  <a:pt x="2120437" y="2639059"/>
                  <a:pt x="2106752" y="2657719"/>
                  <a:pt x="2106752" y="2657719"/>
                </a:cubicBezTo>
                <a:cubicBezTo>
                  <a:pt x="2106752" y="2657719"/>
                  <a:pt x="2119815" y="2639059"/>
                  <a:pt x="2142207" y="2606092"/>
                </a:cubicBezTo>
                <a:cubicBezTo>
                  <a:pt x="2153403" y="2589920"/>
                  <a:pt x="2167710" y="2570015"/>
                  <a:pt x="2183260" y="2547001"/>
                </a:cubicBezTo>
                <a:cubicBezTo>
                  <a:pt x="2199432" y="2523986"/>
                  <a:pt x="2216848" y="2498484"/>
                  <a:pt x="2236753" y="2470493"/>
                </a:cubicBezTo>
                <a:cubicBezTo>
                  <a:pt x="2276562" y="2414512"/>
                  <a:pt x="2322590" y="2348579"/>
                  <a:pt x="2372351" y="2278914"/>
                </a:cubicBezTo>
                <a:cubicBezTo>
                  <a:pt x="2397232" y="2244081"/>
                  <a:pt x="2422734" y="2208005"/>
                  <a:pt x="2449481" y="2171306"/>
                </a:cubicBezTo>
                <a:cubicBezTo>
                  <a:pt x="2475605" y="2134607"/>
                  <a:pt x="2502352" y="2097287"/>
                  <a:pt x="2529098" y="2060588"/>
                </a:cubicBezTo>
                <a:cubicBezTo>
                  <a:pt x="2555845" y="2023267"/>
                  <a:pt x="2582591" y="1986569"/>
                  <a:pt x="2609338" y="1949870"/>
                </a:cubicBezTo>
                <a:cubicBezTo>
                  <a:pt x="2636084" y="1913171"/>
                  <a:pt x="2661587" y="1877717"/>
                  <a:pt x="2687089" y="1842884"/>
                </a:cubicBezTo>
                <a:cubicBezTo>
                  <a:pt x="2712592" y="1808051"/>
                  <a:pt x="2736850" y="1775085"/>
                  <a:pt x="2760486" y="1743362"/>
                </a:cubicBezTo>
                <a:cubicBezTo>
                  <a:pt x="2762352" y="1740874"/>
                  <a:pt x="2763596" y="1739008"/>
                  <a:pt x="2765462" y="1736520"/>
                </a:cubicBezTo>
                <a:lnTo>
                  <a:pt x="2771061" y="1744606"/>
                </a:lnTo>
                <a:cubicBezTo>
                  <a:pt x="2771061" y="1744606"/>
                  <a:pt x="2769195" y="1747716"/>
                  <a:pt x="2767951" y="1748960"/>
                </a:cubicBezTo>
                <a:close/>
                <a:moveTo>
                  <a:pt x="3398048" y="2549489"/>
                </a:moveTo>
                <a:cubicBezTo>
                  <a:pt x="3381254" y="2527097"/>
                  <a:pt x="3362593" y="2502216"/>
                  <a:pt x="3342067" y="2474226"/>
                </a:cubicBezTo>
                <a:cubicBezTo>
                  <a:pt x="3301636" y="2418866"/>
                  <a:pt x="3253741" y="2354799"/>
                  <a:pt x="3203358" y="2285134"/>
                </a:cubicBezTo>
                <a:cubicBezTo>
                  <a:pt x="3177856" y="2250301"/>
                  <a:pt x="3152354" y="2214847"/>
                  <a:pt x="3125607" y="2178148"/>
                </a:cubicBezTo>
                <a:cubicBezTo>
                  <a:pt x="3099483" y="2141449"/>
                  <a:pt x="3072736" y="2104751"/>
                  <a:pt x="3045368" y="2067430"/>
                </a:cubicBezTo>
                <a:cubicBezTo>
                  <a:pt x="3018621" y="2030109"/>
                  <a:pt x="2991875" y="1993411"/>
                  <a:pt x="2965750" y="1956712"/>
                </a:cubicBezTo>
                <a:cubicBezTo>
                  <a:pt x="2939626" y="1920013"/>
                  <a:pt x="2914123" y="1883937"/>
                  <a:pt x="2888621" y="1849104"/>
                </a:cubicBezTo>
                <a:cubicBezTo>
                  <a:pt x="2863740" y="1814271"/>
                  <a:pt x="2840104" y="1780061"/>
                  <a:pt x="2817090" y="1748338"/>
                </a:cubicBezTo>
                <a:cubicBezTo>
                  <a:pt x="2794697" y="1715994"/>
                  <a:pt x="2772927" y="1686137"/>
                  <a:pt x="2753022" y="1657525"/>
                </a:cubicBezTo>
                <a:cubicBezTo>
                  <a:pt x="2733118" y="1629534"/>
                  <a:pt x="2715080" y="1603410"/>
                  <a:pt x="2699529" y="1581017"/>
                </a:cubicBezTo>
                <a:cubicBezTo>
                  <a:pt x="2683357" y="1558003"/>
                  <a:pt x="2669673" y="1538098"/>
                  <a:pt x="2658477" y="1521926"/>
                </a:cubicBezTo>
                <a:cubicBezTo>
                  <a:pt x="2635462" y="1488959"/>
                  <a:pt x="2623022" y="1470299"/>
                  <a:pt x="2623022" y="1470299"/>
                </a:cubicBezTo>
                <a:cubicBezTo>
                  <a:pt x="2623022" y="1470299"/>
                  <a:pt x="2636706" y="1488337"/>
                  <a:pt x="2660965" y="1520682"/>
                </a:cubicBezTo>
                <a:cubicBezTo>
                  <a:pt x="2672783" y="1536854"/>
                  <a:pt x="2687711" y="1556137"/>
                  <a:pt x="2703883" y="1578529"/>
                </a:cubicBezTo>
                <a:cubicBezTo>
                  <a:pt x="2720678" y="1600922"/>
                  <a:pt x="2739338" y="1625802"/>
                  <a:pt x="2759864" y="1653792"/>
                </a:cubicBezTo>
                <a:cubicBezTo>
                  <a:pt x="2780391" y="1681161"/>
                  <a:pt x="2802161" y="1711640"/>
                  <a:pt x="2825798" y="1743362"/>
                </a:cubicBezTo>
                <a:cubicBezTo>
                  <a:pt x="2848812" y="1775085"/>
                  <a:pt x="2873693" y="1808673"/>
                  <a:pt x="2899195" y="1842884"/>
                </a:cubicBezTo>
                <a:cubicBezTo>
                  <a:pt x="2924697" y="1877717"/>
                  <a:pt x="2950200" y="1913171"/>
                  <a:pt x="2976946" y="1949870"/>
                </a:cubicBezTo>
                <a:cubicBezTo>
                  <a:pt x="3003071" y="1986569"/>
                  <a:pt x="3030439" y="2023267"/>
                  <a:pt x="3057186" y="2060588"/>
                </a:cubicBezTo>
                <a:cubicBezTo>
                  <a:pt x="3083932" y="2097909"/>
                  <a:pt x="3110679" y="2134607"/>
                  <a:pt x="3136803" y="2171306"/>
                </a:cubicBezTo>
                <a:cubicBezTo>
                  <a:pt x="3162928" y="2208005"/>
                  <a:pt x="3188430" y="2244081"/>
                  <a:pt x="3213933" y="2278914"/>
                </a:cubicBezTo>
                <a:cubicBezTo>
                  <a:pt x="3263694" y="2348579"/>
                  <a:pt x="3309722" y="2414512"/>
                  <a:pt x="3349531" y="2470493"/>
                </a:cubicBezTo>
                <a:cubicBezTo>
                  <a:pt x="3369435" y="2498484"/>
                  <a:pt x="3387474" y="2524608"/>
                  <a:pt x="3403024" y="2547001"/>
                </a:cubicBezTo>
                <a:cubicBezTo>
                  <a:pt x="3419197" y="2570015"/>
                  <a:pt x="3432881" y="2589920"/>
                  <a:pt x="3444077" y="2606092"/>
                </a:cubicBezTo>
                <a:cubicBezTo>
                  <a:pt x="3467091" y="2639059"/>
                  <a:pt x="3479531" y="2657719"/>
                  <a:pt x="3479531" y="2657719"/>
                </a:cubicBezTo>
                <a:cubicBezTo>
                  <a:pt x="3479531" y="2657719"/>
                  <a:pt x="3465847" y="2639681"/>
                  <a:pt x="3441589" y="2607336"/>
                </a:cubicBezTo>
                <a:cubicBezTo>
                  <a:pt x="3429771" y="2591164"/>
                  <a:pt x="3414842" y="2571881"/>
                  <a:pt x="3398670" y="2549489"/>
                </a:cubicBezTo>
                <a:close/>
              </a:path>
            </a:pathLst>
          </a:custGeom>
          <a:solidFill>
            <a:srgbClr val="E60000">
              <a:alpha val="4000"/>
            </a:srgbClr>
          </a:solidFill>
          <a:ln w="62124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1D98B1-B983-1150-B8B1-56FF9B73B652}"/>
              </a:ext>
            </a:extLst>
          </p:cNvPr>
          <p:cNvSpPr txBox="1"/>
          <p:nvPr/>
        </p:nvSpPr>
        <p:spPr>
          <a:xfrm>
            <a:off x="740816" y="170723"/>
            <a:ext cx="10708029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4500" b="1">
                <a:solidFill>
                  <a:srgbClr val="FF0000"/>
                </a:solidFill>
                <a:latin typeface="Poppins SemiBold"/>
                <a:cs typeface="Poppins SemiBold"/>
              </a:rPr>
              <a:t>Initial Tracing Insights Data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1F0079-6F95-CC28-B69F-1C7B5AAD070D}"/>
              </a:ext>
            </a:extLst>
          </p:cNvPr>
          <p:cNvSpPr txBox="1"/>
          <p:nvPr/>
        </p:nvSpPr>
        <p:spPr>
          <a:xfrm>
            <a:off x="2635367" y="1039180"/>
            <a:ext cx="6910556" cy="5930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Telemetry output for a single lap</a:t>
            </a:r>
            <a:endParaRPr lang="en-US" b="1"/>
          </a:p>
        </p:txBody>
      </p:sp>
      <p:pic>
        <p:nvPicPr>
          <p:cNvPr id="2" name="Screen Recording 2026-04-17 141217">
            <a:hlinkClick r:id="" action="ppaction://media"/>
            <a:extLst>
              <a:ext uri="{FF2B5EF4-FFF2-40B4-BE49-F238E27FC236}">
                <a16:creationId xmlns:a16="http://schemas.microsoft.com/office/drawing/2014/main" id="{54712EDE-4ECD-6AD0-549B-17383A72650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3979" y="1811120"/>
            <a:ext cx="7286628" cy="44301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492747-8370-98C0-1D60-98ABDC381C84}"/>
              </a:ext>
            </a:extLst>
          </p:cNvPr>
          <p:cNvSpPr txBox="1"/>
          <p:nvPr/>
        </p:nvSpPr>
        <p:spPr>
          <a:xfrm>
            <a:off x="7480278" y="1970083"/>
            <a:ext cx="471138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FF0000"/>
                </a:solidFill>
                <a:latin typeface="Poppins SemiBold"/>
              </a:rPr>
              <a:t>14 Total Telemetry Metrics</a:t>
            </a:r>
            <a:endParaRPr lang="en-US" sz="2400"/>
          </a:p>
          <a:p>
            <a:pPr algn="ctr"/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F1B287-E3F6-4EE6-5DC9-8A6F84C9CCFA}"/>
              </a:ext>
            </a:extLst>
          </p:cNvPr>
          <p:cNvSpPr txBox="1"/>
          <p:nvPr/>
        </p:nvSpPr>
        <p:spPr>
          <a:xfrm>
            <a:off x="8164367" y="3429179"/>
            <a:ext cx="333356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FF0000"/>
                </a:solidFill>
                <a:latin typeface="Poppins SemiBold"/>
              </a:rPr>
              <a:t>8 Selected Metrics</a:t>
            </a:r>
            <a:endParaRPr lang="en-US" sz="2400"/>
          </a:p>
          <a:p>
            <a:pPr algn="ctr"/>
            <a:endParaRPr lang="en-US" sz="160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18C1641-13A3-EF2A-9FE1-B6BE0374E763}"/>
              </a:ext>
            </a:extLst>
          </p:cNvPr>
          <p:cNvSpPr/>
          <p:nvPr/>
        </p:nvSpPr>
        <p:spPr>
          <a:xfrm rot="5400000">
            <a:off x="9472582" y="2584605"/>
            <a:ext cx="719446" cy="779049"/>
          </a:xfrm>
          <a:prstGeom prst="rightArrow">
            <a:avLst/>
          </a:prstGeom>
          <a:noFill/>
          <a:ln w="57150">
            <a:solidFill>
              <a:srgbClr val="E6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0F8460-3D35-2E39-6C2B-1964D7905632}"/>
              </a:ext>
            </a:extLst>
          </p:cNvPr>
          <p:cNvSpPr txBox="1"/>
          <p:nvPr/>
        </p:nvSpPr>
        <p:spPr>
          <a:xfrm>
            <a:off x="7470046" y="4487306"/>
            <a:ext cx="4583440" cy="14516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500"/>
              </a:spcAft>
            </a:pPr>
            <a:r>
              <a:rPr lang="en-US" sz="2000" i="1">
                <a:solidFill>
                  <a:srgbClr val="000000"/>
                </a:solidFill>
                <a:ea typeface="+mn-lt"/>
                <a:cs typeface="+mn-lt"/>
              </a:rPr>
              <a:t>Throttle, RPM, Gear, Brake, Speed, Accel_x, </a:t>
            </a:r>
            <a:r>
              <a:rPr lang="en-US" sz="2000" i="1" err="1">
                <a:solidFill>
                  <a:srgbClr val="000000"/>
                </a:solidFill>
                <a:ea typeface="+mn-lt"/>
                <a:cs typeface="+mn-lt"/>
              </a:rPr>
              <a:t>Accel_y</a:t>
            </a:r>
            <a:r>
              <a:rPr lang="en-US" sz="2000" i="1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2000" i="1" err="1">
                <a:solidFill>
                  <a:srgbClr val="000000"/>
                </a:solidFill>
                <a:ea typeface="+mn-lt"/>
                <a:cs typeface="+mn-lt"/>
              </a:rPr>
              <a:t>Accel_z</a:t>
            </a:r>
            <a:r>
              <a:rPr lang="en-US" sz="2000" i="1">
                <a:solidFill>
                  <a:srgbClr val="000000"/>
                </a:solidFill>
                <a:ea typeface="+mn-lt"/>
                <a:cs typeface="+mn-lt"/>
              </a:rPr>
              <a:t> </a:t>
            </a:r>
            <a:endParaRPr lang="en-US" sz="2000"/>
          </a:p>
          <a:p>
            <a:pPr algn="ctr">
              <a:spcAft>
                <a:spcPts val="500"/>
              </a:spcAft>
            </a:pPr>
            <a:endParaRPr lang="en-US" sz="2000" i="1"/>
          </a:p>
          <a:p>
            <a:pPr algn="ctr">
              <a:spcAft>
                <a:spcPts val="500"/>
              </a:spcAft>
            </a:pPr>
            <a:r>
              <a:rPr lang="en-US" sz="2000" i="1"/>
              <a:t>Indexed by Relative Distance</a:t>
            </a:r>
          </a:p>
        </p:txBody>
      </p:sp>
    </p:spTree>
    <p:extLst>
      <p:ext uri="{BB962C8B-B14F-4D97-AF65-F5344CB8AC3E}">
        <p14:creationId xmlns:p14="http://schemas.microsoft.com/office/powerpoint/2010/main" val="198263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219456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4500" b="1">
                <a:solidFill>
                  <a:srgbClr val="FF0000"/>
                </a:solidFill>
                <a:latin typeface="Poppins SemiBold"/>
                <a:ea typeface="Arial Black" pitchFamily="34" charset="-122"/>
                <a:cs typeface="Poppins SemiBold"/>
              </a:rPr>
              <a:t>Clustering Algorithm Selection</a:t>
            </a:r>
            <a:endParaRPr lang="en-US" sz="4500">
              <a:solidFill>
                <a:srgbClr val="FF0000"/>
              </a:solidFill>
              <a:latin typeface="Poppins SemiBold"/>
              <a:cs typeface="Poppins Semi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1060704"/>
            <a:ext cx="11216640" cy="4876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4" name="Text 2"/>
          <p:cNvSpPr/>
          <p:nvPr/>
        </p:nvSpPr>
        <p:spPr>
          <a:xfrm>
            <a:off x="487679" y="6382955"/>
            <a:ext cx="11205597" cy="476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i="1">
                <a:solidFill>
                  <a:schemeClr val="bg2">
                    <a:lumMod val="49000"/>
                  </a:schemeClr>
                </a:solidFill>
                <a:ea typeface="Arial" pitchFamily="34" charset="-122"/>
                <a:cs typeface="Arial"/>
              </a:rPr>
              <a:t>Four algorithms evaluated — K-Means selected for performance and interpretability</a:t>
            </a:r>
            <a:endParaRPr lang="en-US" sz="1400">
              <a:solidFill>
                <a:schemeClr val="bg2">
                  <a:lumMod val="49000"/>
                </a:schemeClr>
              </a:solidFill>
              <a:cs typeface="Arial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621536"/>
            <a:ext cx="2682240" cy="4693920"/>
          </a:xfrm>
          <a:prstGeom prst="rect">
            <a:avLst/>
          </a:prstGeom>
          <a:solidFill>
            <a:srgbClr val="200000"/>
          </a:solidFill>
          <a:ln w="25400">
            <a:solidFill>
              <a:srgbClr val="CC00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6" name="Shape 4"/>
          <p:cNvSpPr/>
          <p:nvPr/>
        </p:nvSpPr>
        <p:spPr>
          <a:xfrm>
            <a:off x="487680" y="1621536"/>
            <a:ext cx="268224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7" name="Text 5"/>
          <p:cNvSpPr/>
          <p:nvPr/>
        </p:nvSpPr>
        <p:spPr>
          <a:xfrm>
            <a:off x="633984" y="1743456"/>
            <a:ext cx="238963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ea typeface="Arial Black" pitchFamily="34" charset="-122"/>
                <a:cs typeface="Arial Black" pitchFamily="34" charset="-120"/>
              </a:rPr>
              <a:t>K-Means</a:t>
            </a:r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33984" y="2255520"/>
            <a:ext cx="2389632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9" name="Text 7"/>
          <p:cNvSpPr/>
          <p:nvPr/>
        </p:nvSpPr>
        <p:spPr>
          <a:xfrm>
            <a:off x="633984" y="2255520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SELECTED</a:t>
            </a:r>
            <a:endParaRPr lang="en-US" sz="1333"/>
          </a:p>
        </p:txBody>
      </p:sp>
      <p:sp>
        <p:nvSpPr>
          <p:cNvPr id="10" name="Text 8"/>
          <p:cNvSpPr/>
          <p:nvPr/>
        </p:nvSpPr>
        <p:spPr>
          <a:xfrm>
            <a:off x="633984" y="2670048"/>
            <a:ext cx="238963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2CC66"/>
                </a:solidFill>
                <a:ea typeface="Arial" pitchFamily="34" charset="-122"/>
                <a:cs typeface="Arial" pitchFamily="34" charset="-120"/>
              </a:rPr>
              <a:t>✔  STRENGTHS</a:t>
            </a:r>
            <a:endParaRPr lang="en-US" sz="1333"/>
          </a:p>
        </p:txBody>
      </p:sp>
      <p:sp>
        <p:nvSpPr>
          <p:cNvPr id="11" name="Text 9"/>
          <p:cNvSpPr/>
          <p:nvPr/>
        </p:nvSpPr>
        <p:spPr>
          <a:xfrm>
            <a:off x="670560" y="2926080"/>
            <a:ext cx="23530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>
              <a:buSzPct val="100000"/>
              <a:buChar char="•"/>
            </a:pPr>
            <a:r>
              <a:rPr lang="en-US" sz="1300">
                <a:solidFill>
                  <a:srgbClr val="CCCCCC"/>
                </a:solidFill>
                <a:ea typeface="Arial" pitchFamily="34" charset="-122"/>
                <a:cs typeface="Arial"/>
              </a:rPr>
              <a:t>Fast &amp; scalable to 18M+ records</a:t>
            </a:r>
            <a:endParaRPr lang="en-US" sz="1300">
              <a:cs typeface="Arial"/>
            </a:endParaRPr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Works well after PCA reduction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Easy to tune cluster count (k)</a:t>
            </a:r>
            <a:endParaRPr lang="en-US" sz="1333"/>
          </a:p>
        </p:txBody>
      </p:sp>
      <p:sp>
        <p:nvSpPr>
          <p:cNvPr id="12" name="Text 10"/>
          <p:cNvSpPr/>
          <p:nvPr/>
        </p:nvSpPr>
        <p:spPr>
          <a:xfrm>
            <a:off x="691000" y="4262282"/>
            <a:ext cx="238963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FF4444"/>
                </a:solidFill>
                <a:ea typeface="Arial" pitchFamily="34" charset="-122"/>
                <a:cs typeface="Arial" pitchFamily="34" charset="-120"/>
              </a:rPr>
              <a:t>✘  LIMITATIONS</a:t>
            </a:r>
            <a:endParaRPr lang="en-US" sz="1333"/>
          </a:p>
        </p:txBody>
      </p:sp>
      <p:sp>
        <p:nvSpPr>
          <p:cNvPr id="13" name="Text 11"/>
          <p:cNvSpPr/>
          <p:nvPr/>
        </p:nvSpPr>
        <p:spPr>
          <a:xfrm>
            <a:off x="633984" y="4571625"/>
            <a:ext cx="2353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Requires pre-specifying k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Assumes convex clusters</a:t>
            </a:r>
            <a:endParaRPr lang="en-US" sz="1333"/>
          </a:p>
        </p:txBody>
      </p:sp>
      <p:sp>
        <p:nvSpPr>
          <p:cNvPr id="14" name="Shape 12"/>
          <p:cNvSpPr/>
          <p:nvPr/>
        </p:nvSpPr>
        <p:spPr>
          <a:xfrm>
            <a:off x="487680" y="5852160"/>
            <a:ext cx="2682240" cy="463296"/>
          </a:xfrm>
          <a:prstGeom prst="rect">
            <a:avLst/>
          </a:prstGeom>
          <a:solidFill>
            <a:srgbClr val="35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15" name="Text 13"/>
          <p:cNvSpPr/>
          <p:nvPr/>
        </p:nvSpPr>
        <p:spPr>
          <a:xfrm>
            <a:off x="585216" y="587654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i="1">
                <a:solidFill>
                  <a:srgbClr val="FF9999"/>
                </a:solidFill>
                <a:ea typeface="Arial" pitchFamily="34" charset="-122"/>
                <a:cs typeface="Arial"/>
              </a:rPr>
              <a:t>Silhouette: 0.0653  |  Davies-Bouldin: 2.61</a:t>
            </a:r>
            <a:endParaRPr lang="en-US" sz="1300" b="1">
              <a:cs typeface="Arial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28416" y="1621536"/>
            <a:ext cx="2682240" cy="46939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17" name="Shape 15"/>
          <p:cNvSpPr/>
          <p:nvPr/>
        </p:nvSpPr>
        <p:spPr>
          <a:xfrm>
            <a:off x="3328416" y="1621536"/>
            <a:ext cx="2682240" cy="7315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18" name="Text 16"/>
          <p:cNvSpPr/>
          <p:nvPr/>
        </p:nvSpPr>
        <p:spPr>
          <a:xfrm>
            <a:off x="3474720" y="1743456"/>
            <a:ext cx="238963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solidFill>
                  <a:srgbClr val="CCCCCC"/>
                </a:solidFill>
                <a:ea typeface="Arial Black" pitchFamily="34" charset="-122"/>
                <a:cs typeface="Arial Black" pitchFamily="34" charset="-120"/>
              </a:rPr>
              <a:t>Hierarchical</a:t>
            </a:r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74720" y="2255520"/>
            <a:ext cx="2389632" cy="29260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20" name="Text 18"/>
          <p:cNvSpPr/>
          <p:nvPr/>
        </p:nvSpPr>
        <p:spPr>
          <a:xfrm>
            <a:off x="3474720" y="2255520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TESTED</a:t>
            </a:r>
            <a:endParaRPr lang="en-US" sz="1333"/>
          </a:p>
        </p:txBody>
      </p:sp>
      <p:sp>
        <p:nvSpPr>
          <p:cNvPr id="21" name="Text 19"/>
          <p:cNvSpPr/>
          <p:nvPr/>
        </p:nvSpPr>
        <p:spPr>
          <a:xfrm>
            <a:off x="3474720" y="2670048"/>
            <a:ext cx="238963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2CC66"/>
                </a:solidFill>
                <a:ea typeface="Arial" pitchFamily="34" charset="-122"/>
                <a:cs typeface="Arial" pitchFamily="34" charset="-120"/>
              </a:rPr>
              <a:t>✔  STRENGTHS</a:t>
            </a:r>
            <a:endParaRPr lang="en-US" sz="1333"/>
          </a:p>
        </p:txBody>
      </p:sp>
      <p:sp>
        <p:nvSpPr>
          <p:cNvPr id="22" name="Text 20"/>
          <p:cNvSpPr/>
          <p:nvPr/>
        </p:nvSpPr>
        <p:spPr>
          <a:xfrm>
            <a:off x="3511296" y="2926080"/>
            <a:ext cx="2353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No need to pre-specify k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Dendrogram reveals structure</a:t>
            </a:r>
            <a:endParaRPr lang="en-US" sz="1333"/>
          </a:p>
        </p:txBody>
      </p:sp>
      <p:sp>
        <p:nvSpPr>
          <p:cNvPr id="23" name="Text 21"/>
          <p:cNvSpPr/>
          <p:nvPr/>
        </p:nvSpPr>
        <p:spPr>
          <a:xfrm>
            <a:off x="3474720" y="3755136"/>
            <a:ext cx="238963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FF4444"/>
                </a:solidFill>
                <a:ea typeface="Arial" pitchFamily="34" charset="-122"/>
                <a:cs typeface="Arial" pitchFamily="34" charset="-120"/>
              </a:rPr>
              <a:t>✘  LIMITATIONS</a:t>
            </a:r>
            <a:endParaRPr lang="en-US" sz="1333"/>
          </a:p>
        </p:txBody>
      </p:sp>
      <p:sp>
        <p:nvSpPr>
          <p:cNvPr id="24" name="Text 22"/>
          <p:cNvSpPr/>
          <p:nvPr/>
        </p:nvSpPr>
        <p:spPr>
          <a:xfrm>
            <a:off x="3470656" y="4053840"/>
            <a:ext cx="2393696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O(n²) memory — too slow for 18M+ records</a:t>
            </a:r>
            <a:endParaRPr lang="en-US" sz="1333"/>
          </a:p>
          <a:p>
            <a:pPr marL="456565" indent="-456565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Cannot scale to full 2025 season</a:t>
            </a:r>
          </a:p>
          <a:p>
            <a:pPr marL="456565" indent="-456565">
              <a:buSzPct val="100000"/>
              <a:buChar char="•"/>
            </a:pPr>
            <a:r>
              <a:rPr lang="en-US" sz="1300">
                <a:solidFill>
                  <a:srgbClr val="CCCCCC"/>
                </a:solidFill>
                <a:cs typeface="Arial"/>
              </a:rPr>
              <a:t>Works best on smaller data sets</a:t>
            </a:r>
          </a:p>
        </p:txBody>
      </p:sp>
      <p:sp>
        <p:nvSpPr>
          <p:cNvPr id="25" name="Shape 23"/>
          <p:cNvSpPr/>
          <p:nvPr/>
        </p:nvSpPr>
        <p:spPr>
          <a:xfrm>
            <a:off x="3328416" y="5852160"/>
            <a:ext cx="2682240" cy="46329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26" name="Text 24"/>
          <p:cNvSpPr/>
          <p:nvPr/>
        </p:nvSpPr>
        <p:spPr>
          <a:xfrm>
            <a:off x="3425952" y="587654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i="1">
                <a:solidFill>
                  <a:schemeClr val="bg1"/>
                </a:solidFill>
                <a:ea typeface="Arial" pitchFamily="34" charset="-122"/>
                <a:cs typeface="Arial"/>
              </a:rPr>
              <a:t>Ruled out: memory constraint</a:t>
            </a:r>
            <a:endParaRPr lang="en-US" sz="1300" b="1">
              <a:solidFill>
                <a:schemeClr val="bg1"/>
              </a:solidFill>
              <a:cs typeface="Arial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69152" y="1621536"/>
            <a:ext cx="2682240" cy="46939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28" name="Shape 26"/>
          <p:cNvSpPr/>
          <p:nvPr/>
        </p:nvSpPr>
        <p:spPr>
          <a:xfrm>
            <a:off x="6169152" y="1621536"/>
            <a:ext cx="2682240" cy="7315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29" name="Text 27"/>
          <p:cNvSpPr/>
          <p:nvPr/>
        </p:nvSpPr>
        <p:spPr>
          <a:xfrm>
            <a:off x="6315456" y="1743456"/>
            <a:ext cx="238963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solidFill>
                  <a:srgbClr val="CCCCCC"/>
                </a:solidFill>
                <a:ea typeface="Arial Black" pitchFamily="34" charset="-122"/>
                <a:cs typeface="Arial Black" pitchFamily="34" charset="-120"/>
              </a:rPr>
              <a:t>Gaussian</a:t>
            </a:r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15456" y="2255520"/>
            <a:ext cx="2389632" cy="29260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31" name="Text 29"/>
          <p:cNvSpPr/>
          <p:nvPr/>
        </p:nvSpPr>
        <p:spPr>
          <a:xfrm>
            <a:off x="6315456" y="2255520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TESTED</a:t>
            </a:r>
            <a:endParaRPr lang="en-US" sz="1333"/>
          </a:p>
        </p:txBody>
      </p:sp>
      <p:sp>
        <p:nvSpPr>
          <p:cNvPr id="32" name="Text 30"/>
          <p:cNvSpPr/>
          <p:nvPr/>
        </p:nvSpPr>
        <p:spPr>
          <a:xfrm>
            <a:off x="6315456" y="2670048"/>
            <a:ext cx="238963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2CC66"/>
                </a:solidFill>
                <a:ea typeface="Arial" pitchFamily="34" charset="-122"/>
                <a:cs typeface="Arial" pitchFamily="34" charset="-120"/>
              </a:rPr>
              <a:t>✔  STRENGTHS</a:t>
            </a:r>
            <a:endParaRPr lang="en-US" sz="1333"/>
          </a:p>
        </p:txBody>
      </p:sp>
      <p:sp>
        <p:nvSpPr>
          <p:cNvPr id="33" name="Text 31"/>
          <p:cNvSpPr/>
          <p:nvPr/>
        </p:nvSpPr>
        <p:spPr>
          <a:xfrm>
            <a:off x="6352032" y="2926080"/>
            <a:ext cx="2353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Soft/probabilistic assignments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Handles elliptical clusters</a:t>
            </a:r>
            <a:endParaRPr lang="en-US" sz="1333"/>
          </a:p>
        </p:txBody>
      </p:sp>
      <p:sp>
        <p:nvSpPr>
          <p:cNvPr id="34" name="Text 32"/>
          <p:cNvSpPr/>
          <p:nvPr/>
        </p:nvSpPr>
        <p:spPr>
          <a:xfrm>
            <a:off x="6315456" y="3755136"/>
            <a:ext cx="238963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FF4444"/>
                </a:solidFill>
                <a:ea typeface="Arial" pitchFamily="34" charset="-122"/>
                <a:cs typeface="Arial" pitchFamily="34" charset="-120"/>
              </a:rPr>
              <a:t>✘  LIMITATIONS</a:t>
            </a:r>
            <a:endParaRPr lang="en-US" sz="1333"/>
          </a:p>
        </p:txBody>
      </p:sp>
      <p:sp>
        <p:nvSpPr>
          <p:cNvPr id="35" name="Text 33"/>
          <p:cNvSpPr/>
          <p:nvPr/>
        </p:nvSpPr>
        <p:spPr>
          <a:xfrm>
            <a:off x="6352032" y="4023360"/>
            <a:ext cx="2353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Assumes Gaussian distributions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Unstable on high-dim PCA space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Higher compute cost</a:t>
            </a:r>
            <a:endParaRPr lang="en-US" sz="1333"/>
          </a:p>
        </p:txBody>
      </p:sp>
      <p:sp>
        <p:nvSpPr>
          <p:cNvPr id="36" name="Shape 34"/>
          <p:cNvSpPr/>
          <p:nvPr/>
        </p:nvSpPr>
        <p:spPr>
          <a:xfrm>
            <a:off x="6169152" y="5852160"/>
            <a:ext cx="2682240" cy="46329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37" name="Text 35"/>
          <p:cNvSpPr/>
          <p:nvPr/>
        </p:nvSpPr>
        <p:spPr>
          <a:xfrm>
            <a:off x="6266688" y="587654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i="1">
                <a:solidFill>
                  <a:schemeClr val="bg1"/>
                </a:solidFill>
                <a:ea typeface="Arial" pitchFamily="34" charset="-122"/>
                <a:cs typeface="Arial"/>
              </a:rPr>
              <a:t>Ruled out: distribution assumption mismatch</a:t>
            </a:r>
            <a:endParaRPr lang="en-US" sz="1300" b="1">
              <a:solidFill>
                <a:schemeClr val="bg1"/>
              </a:solidFill>
              <a:cs typeface="Arial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009888" y="1621536"/>
            <a:ext cx="2682240" cy="4693920"/>
          </a:xfrm>
          <a:prstGeom prst="rect">
            <a:avLst/>
          </a:prstGeom>
          <a:solidFill>
            <a:srgbClr val="18181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39" name="Shape 37"/>
          <p:cNvSpPr/>
          <p:nvPr/>
        </p:nvSpPr>
        <p:spPr>
          <a:xfrm>
            <a:off x="9009888" y="1621536"/>
            <a:ext cx="2682240" cy="7315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40" name="Text 38"/>
          <p:cNvSpPr/>
          <p:nvPr/>
        </p:nvSpPr>
        <p:spPr>
          <a:xfrm>
            <a:off x="9156192" y="1743456"/>
            <a:ext cx="238963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solidFill>
                  <a:srgbClr val="CCCCCC"/>
                </a:solidFill>
                <a:ea typeface="Arial Black" pitchFamily="34" charset="-122"/>
                <a:cs typeface="Arial Black" pitchFamily="34" charset="-120"/>
              </a:rPr>
              <a:t>DBSCAN</a:t>
            </a:r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156192" y="2255520"/>
            <a:ext cx="2389632" cy="29260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42" name="Text 40"/>
          <p:cNvSpPr/>
          <p:nvPr/>
        </p:nvSpPr>
        <p:spPr>
          <a:xfrm>
            <a:off x="9156192" y="2255520"/>
            <a:ext cx="2389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b="1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TESTED</a:t>
            </a:r>
            <a:endParaRPr lang="en-US" sz="1333"/>
          </a:p>
        </p:txBody>
      </p:sp>
      <p:sp>
        <p:nvSpPr>
          <p:cNvPr id="43" name="Text 41"/>
          <p:cNvSpPr/>
          <p:nvPr/>
        </p:nvSpPr>
        <p:spPr>
          <a:xfrm>
            <a:off x="9156192" y="2670048"/>
            <a:ext cx="238963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22CC66"/>
                </a:solidFill>
                <a:ea typeface="Arial" pitchFamily="34" charset="-122"/>
                <a:cs typeface="Arial" pitchFamily="34" charset="-120"/>
              </a:rPr>
              <a:t>✔  STRENGTHS</a:t>
            </a:r>
            <a:endParaRPr lang="en-US" sz="1333"/>
          </a:p>
        </p:txBody>
      </p:sp>
      <p:sp>
        <p:nvSpPr>
          <p:cNvPr id="44" name="Text 42"/>
          <p:cNvSpPr/>
          <p:nvPr/>
        </p:nvSpPr>
        <p:spPr>
          <a:xfrm>
            <a:off x="9192768" y="2926080"/>
            <a:ext cx="2353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No cluster count needed</a:t>
            </a:r>
            <a:endParaRPr lang="en-US" sz="1333"/>
          </a:p>
          <a:p>
            <a:pPr marL="457189" indent="-457189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Auto-detects noise/outliers</a:t>
            </a:r>
            <a:endParaRPr lang="en-US" sz="1333"/>
          </a:p>
        </p:txBody>
      </p:sp>
      <p:sp>
        <p:nvSpPr>
          <p:cNvPr id="45" name="Text 43"/>
          <p:cNvSpPr/>
          <p:nvPr/>
        </p:nvSpPr>
        <p:spPr>
          <a:xfrm>
            <a:off x="9156192" y="3755136"/>
            <a:ext cx="238963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>
                <a:solidFill>
                  <a:srgbClr val="FF4444"/>
                </a:solidFill>
                <a:ea typeface="Arial" pitchFamily="34" charset="-122"/>
                <a:cs typeface="Arial" pitchFamily="34" charset="-120"/>
              </a:rPr>
              <a:t>✘  LIMITATIONS</a:t>
            </a:r>
            <a:endParaRPr lang="en-US" sz="1333"/>
          </a:p>
        </p:txBody>
      </p:sp>
      <p:sp>
        <p:nvSpPr>
          <p:cNvPr id="46" name="Text 44"/>
          <p:cNvSpPr/>
          <p:nvPr/>
        </p:nvSpPr>
        <p:spPr>
          <a:xfrm>
            <a:off x="9152128" y="4033520"/>
            <a:ext cx="2393696" cy="1229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565" indent="-456565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Struggles with varying density</a:t>
            </a:r>
            <a:endParaRPr lang="en-US" sz="1333"/>
          </a:p>
          <a:p>
            <a:pPr marL="456565" indent="-456565">
              <a:buSzPct val="100000"/>
              <a:buChar char="•"/>
            </a:pPr>
            <a:r>
              <a:rPr lang="en-US" sz="1333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ε tuning sensitive — poor cluster consistency across tracks</a:t>
            </a:r>
            <a:endParaRPr lang="en-US" sz="1333"/>
          </a:p>
        </p:txBody>
      </p:sp>
      <p:sp>
        <p:nvSpPr>
          <p:cNvPr id="47" name="Shape 45"/>
          <p:cNvSpPr/>
          <p:nvPr/>
        </p:nvSpPr>
        <p:spPr>
          <a:xfrm>
            <a:off x="9009888" y="5852160"/>
            <a:ext cx="2682240" cy="46329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sp>
        <p:nvSpPr>
          <p:cNvPr id="48" name="Text 46"/>
          <p:cNvSpPr/>
          <p:nvPr/>
        </p:nvSpPr>
        <p:spPr>
          <a:xfrm>
            <a:off x="9107424" y="587654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i="1">
                <a:solidFill>
                  <a:schemeClr val="bg1"/>
                </a:solidFill>
                <a:ea typeface="Arial" pitchFamily="34" charset="-122"/>
                <a:cs typeface="Arial"/>
              </a:rPr>
              <a:t>Ruled out: inconsistent clusters per race</a:t>
            </a:r>
            <a:endParaRPr lang="en-US" sz="1300" b="1">
              <a:solidFill>
                <a:schemeClr val="bg1"/>
              </a:solidFill>
              <a:cs typeface="Arial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82821" y="1202767"/>
            <a:ext cx="10972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bg2">
                    <a:lumMod val="49000"/>
                  </a:schemeClr>
                </a:solidFill>
              </a:rPr>
              <a:t>These options are the most common unsupervised machine learning algorithms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0EC204-E5E0-BF71-792F-A86D61DA1A62}"/>
              </a:ext>
            </a:extLst>
          </p:cNvPr>
          <p:cNvSpPr txBox="1"/>
          <p:nvPr/>
        </p:nvSpPr>
        <p:spPr>
          <a:xfrm>
            <a:off x="0" y="-13978"/>
            <a:ext cx="12192000" cy="687197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487680" y="219456"/>
            <a:ext cx="11216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50" b="1" dirty="0">
                <a:solidFill>
                  <a:schemeClr val="bg1"/>
                </a:solidFill>
                <a:latin typeface="Poppins SemiBold"/>
                <a:cs typeface="Poppins SemiBold"/>
              </a:rPr>
              <a:t>K-Means Clustering</a:t>
            </a:r>
          </a:p>
        </p:txBody>
      </p:sp>
      <p:sp>
        <p:nvSpPr>
          <p:cNvPr id="14" name="Text 9"/>
          <p:cNvSpPr/>
          <p:nvPr/>
        </p:nvSpPr>
        <p:spPr>
          <a:xfrm>
            <a:off x="7971212" y="471094"/>
            <a:ext cx="2730636" cy="464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i="1" dirty="0">
                <a:solidFill>
                  <a:schemeClr val="bg1"/>
                </a:solidFill>
                <a:latin typeface="Aptos"/>
                <a:cs typeface="Arial"/>
              </a:rPr>
              <a:t>Cluster Representation Examples</a:t>
            </a:r>
          </a:p>
        </p:txBody>
      </p:sp>
      <p:sp>
        <p:nvSpPr>
          <p:cNvPr id="15" name="Shape 10"/>
          <p:cNvSpPr/>
          <p:nvPr/>
        </p:nvSpPr>
        <p:spPr>
          <a:xfrm>
            <a:off x="7995224" y="1333322"/>
            <a:ext cx="2706624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6" name="Shape 11"/>
          <p:cNvSpPr/>
          <p:nvPr/>
        </p:nvSpPr>
        <p:spPr>
          <a:xfrm>
            <a:off x="7995224" y="1333322"/>
            <a:ext cx="85344" cy="7315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17" name="Text 12"/>
          <p:cNvSpPr/>
          <p:nvPr/>
        </p:nvSpPr>
        <p:spPr>
          <a:xfrm>
            <a:off x="8165912" y="1382090"/>
            <a:ext cx="24871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FFFFFF"/>
                </a:solidFill>
                <a:latin typeface="Aptos"/>
                <a:ea typeface="Arial" pitchFamily="34" charset="-122"/>
                <a:cs typeface="Arial" pitchFamily="34" charset="-120"/>
              </a:rPr>
              <a:t>Cluster 1</a:t>
            </a:r>
            <a:endParaRPr lang="en-US" sz="1067">
              <a:latin typeface="Apto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165912" y="160154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CC0000"/>
                </a:solidFill>
                <a:latin typeface="Aptos"/>
                <a:ea typeface="Arial" pitchFamily="34" charset="-122"/>
                <a:cs typeface="Arial" pitchFamily="34" charset="-120"/>
              </a:rPr>
              <a:t>High Aggression</a:t>
            </a:r>
            <a:endParaRPr lang="en-US" sz="1067">
              <a:latin typeface="Aptos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165912" y="180881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>
                <a:solidFill>
                  <a:srgbClr val="AAAAAA"/>
                </a:solidFill>
                <a:latin typeface="Aptos"/>
                <a:ea typeface="Arial" pitchFamily="34" charset="-122"/>
                <a:cs typeface="Arial" pitchFamily="34" charset="-120"/>
              </a:rPr>
              <a:t>High RPM, throttle, speed — peak-performance laps</a:t>
            </a:r>
            <a:endParaRPr lang="en-US" sz="933">
              <a:latin typeface="Apto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7995224" y="2235530"/>
            <a:ext cx="2706624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1" name="Shape 16"/>
          <p:cNvSpPr/>
          <p:nvPr/>
        </p:nvSpPr>
        <p:spPr>
          <a:xfrm>
            <a:off x="7995224" y="2235530"/>
            <a:ext cx="85344" cy="731520"/>
          </a:xfrm>
          <a:prstGeom prst="rect">
            <a:avLst/>
          </a:prstGeom>
          <a:solidFill>
            <a:srgbClr val="DD5500"/>
          </a:solidFill>
          <a:ln w="12700">
            <a:solidFill>
              <a:srgbClr val="DD55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2" name="Text 17"/>
          <p:cNvSpPr/>
          <p:nvPr/>
        </p:nvSpPr>
        <p:spPr>
          <a:xfrm>
            <a:off x="8165912" y="2284298"/>
            <a:ext cx="24871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FFFFFF"/>
                </a:solidFill>
                <a:latin typeface="Aptos"/>
                <a:ea typeface="Arial" pitchFamily="34" charset="-122"/>
                <a:cs typeface="Arial" pitchFamily="34" charset="-120"/>
              </a:rPr>
              <a:t>Cluster 2</a:t>
            </a:r>
            <a:endParaRPr lang="en-US" sz="1067">
              <a:latin typeface="Aptos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165912" y="249254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DD5500"/>
                </a:solidFill>
                <a:latin typeface="Aptos"/>
                <a:ea typeface="Arial" pitchFamily="34" charset="-122"/>
                <a:cs typeface="Arial" pitchFamily="34" charset="-120"/>
              </a:rPr>
              <a:t>Controlled Push</a:t>
            </a:r>
            <a:endParaRPr lang="en-US" sz="1067">
              <a:latin typeface="Aptos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8165912" y="271101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>
                <a:solidFill>
                  <a:srgbClr val="AAAAAA"/>
                </a:solidFill>
                <a:latin typeface="Aptos"/>
                <a:ea typeface="Arial" pitchFamily="34" charset="-122"/>
                <a:cs typeface="Arial" pitchFamily="34" charset="-120"/>
              </a:rPr>
              <a:t>Elevated throttle, measured braking — raceable pace</a:t>
            </a:r>
            <a:endParaRPr lang="en-US" sz="933">
              <a:latin typeface="Aptos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7995224" y="3137738"/>
            <a:ext cx="2706624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6" name="Shape 21"/>
          <p:cNvSpPr/>
          <p:nvPr/>
        </p:nvSpPr>
        <p:spPr>
          <a:xfrm>
            <a:off x="7995224" y="3137738"/>
            <a:ext cx="85344" cy="731520"/>
          </a:xfrm>
          <a:prstGeom prst="rect">
            <a:avLst/>
          </a:prstGeom>
          <a:solidFill>
            <a:srgbClr val="DDAA00"/>
          </a:solidFill>
          <a:ln w="12700">
            <a:solidFill>
              <a:srgbClr val="DDAA00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27" name="Text 22"/>
          <p:cNvSpPr/>
          <p:nvPr/>
        </p:nvSpPr>
        <p:spPr>
          <a:xfrm>
            <a:off x="8165912" y="3186506"/>
            <a:ext cx="24871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FFFFFF"/>
                </a:solidFill>
                <a:latin typeface="Aptos"/>
                <a:ea typeface="Arial" pitchFamily="34" charset="-122"/>
                <a:cs typeface="Arial" pitchFamily="34" charset="-120"/>
              </a:rPr>
              <a:t>Cluster 3</a:t>
            </a:r>
            <a:endParaRPr lang="en-US" sz="1067">
              <a:latin typeface="Aptos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8165912" y="340596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DDAA00"/>
                </a:solidFill>
                <a:latin typeface="Aptos"/>
                <a:ea typeface="Arial" pitchFamily="34" charset="-122"/>
                <a:cs typeface="Arial" pitchFamily="34" charset="-120"/>
              </a:rPr>
              <a:t>Balanced</a:t>
            </a:r>
            <a:endParaRPr lang="en-US" sz="1067">
              <a:latin typeface="Aptos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8165912" y="361322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>
                <a:solidFill>
                  <a:srgbClr val="AAAAAA"/>
                </a:solidFill>
                <a:latin typeface="Aptos"/>
                <a:ea typeface="Arial" pitchFamily="34" charset="-122"/>
                <a:cs typeface="Arial" pitchFamily="34" charset="-120"/>
              </a:rPr>
              <a:t>Avg. across all metrics — representative race lap</a:t>
            </a:r>
            <a:endParaRPr lang="en-US" sz="933">
              <a:latin typeface="Aptos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7995224" y="4039946"/>
            <a:ext cx="2706624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1" name="Shape 26"/>
          <p:cNvSpPr/>
          <p:nvPr/>
        </p:nvSpPr>
        <p:spPr>
          <a:xfrm>
            <a:off x="7995224" y="4039946"/>
            <a:ext cx="85344" cy="731520"/>
          </a:xfrm>
          <a:prstGeom prst="rect">
            <a:avLst/>
          </a:prstGeom>
          <a:solidFill>
            <a:srgbClr val="558844"/>
          </a:solidFill>
          <a:ln w="12700">
            <a:solidFill>
              <a:srgbClr val="558844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2" name="Text 27"/>
          <p:cNvSpPr/>
          <p:nvPr/>
        </p:nvSpPr>
        <p:spPr>
          <a:xfrm>
            <a:off x="8165912" y="4088714"/>
            <a:ext cx="24871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FFFFFF"/>
                </a:solidFill>
                <a:latin typeface="Aptos"/>
                <a:ea typeface="Arial" pitchFamily="34" charset="-122"/>
                <a:cs typeface="Arial" pitchFamily="34" charset="-120"/>
              </a:rPr>
              <a:t>Cluster 4</a:t>
            </a:r>
            <a:endParaRPr lang="en-US" sz="1067">
              <a:latin typeface="Aptos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8165912" y="430817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558844"/>
                </a:solidFill>
                <a:latin typeface="Aptos"/>
                <a:ea typeface="Arial" pitchFamily="34" charset="-122"/>
                <a:cs typeface="Arial" pitchFamily="34" charset="-120"/>
              </a:rPr>
              <a:t>Cautious</a:t>
            </a:r>
            <a:endParaRPr lang="en-US" sz="1067">
              <a:latin typeface="Aptos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8165912" y="451543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>
                <a:solidFill>
                  <a:srgbClr val="AAAAAA"/>
                </a:solidFill>
                <a:latin typeface="Aptos"/>
                <a:ea typeface="Arial" pitchFamily="34" charset="-122"/>
                <a:cs typeface="Arial" pitchFamily="34" charset="-120"/>
              </a:rPr>
              <a:t>Lower throttle/speed — caution laps or degradation</a:t>
            </a:r>
            <a:endParaRPr lang="en-US" sz="933">
              <a:latin typeface="Aptos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7995224" y="4942154"/>
            <a:ext cx="2706624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6" name="Shape 31"/>
          <p:cNvSpPr/>
          <p:nvPr/>
        </p:nvSpPr>
        <p:spPr>
          <a:xfrm>
            <a:off x="7995224" y="4942154"/>
            <a:ext cx="85344" cy="731520"/>
          </a:xfrm>
          <a:prstGeom prst="rect">
            <a:avLst/>
          </a:prstGeom>
          <a:solidFill>
            <a:srgbClr val="446688"/>
          </a:solidFill>
          <a:ln w="12700">
            <a:solidFill>
              <a:srgbClr val="446688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/>
          </a:p>
        </p:txBody>
      </p:sp>
      <p:sp>
        <p:nvSpPr>
          <p:cNvPr id="37" name="Text 32"/>
          <p:cNvSpPr/>
          <p:nvPr/>
        </p:nvSpPr>
        <p:spPr>
          <a:xfrm>
            <a:off x="8165912" y="4990922"/>
            <a:ext cx="24871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FFFFFF"/>
                </a:solidFill>
                <a:latin typeface="Aptos"/>
                <a:ea typeface="Arial" pitchFamily="34" charset="-122"/>
                <a:cs typeface="Arial" pitchFamily="34" charset="-120"/>
              </a:rPr>
              <a:t>Cluster 5</a:t>
            </a:r>
            <a:endParaRPr lang="en-US" sz="1067">
              <a:latin typeface="Aptos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8165912" y="521037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>
                <a:solidFill>
                  <a:srgbClr val="446688"/>
                </a:solidFill>
                <a:latin typeface="Aptos"/>
                <a:ea typeface="Arial" pitchFamily="34" charset="-122"/>
                <a:cs typeface="Arial" pitchFamily="34" charset="-120"/>
              </a:rPr>
              <a:t>Conservation</a:t>
            </a:r>
            <a:endParaRPr lang="en-US" sz="1067">
              <a:latin typeface="Aptos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8165912" y="541764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>
                <a:solidFill>
                  <a:srgbClr val="AAAAAA"/>
                </a:solidFill>
                <a:latin typeface="Aptos"/>
                <a:ea typeface="Arial" pitchFamily="34" charset="-122"/>
                <a:cs typeface="Arial" pitchFamily="34" charset="-120"/>
              </a:rPr>
              <a:t>Low RPM, heavy coasting — tire/fuel management</a:t>
            </a:r>
            <a:endParaRPr lang="en-US" sz="933">
              <a:latin typeface="Apto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8EA093-33D8-648F-9654-25B299A8C8BE}"/>
              </a:ext>
            </a:extLst>
          </p:cNvPr>
          <p:cNvSpPr txBox="1"/>
          <p:nvPr/>
        </p:nvSpPr>
        <p:spPr>
          <a:xfrm>
            <a:off x="385060" y="1072896"/>
            <a:ext cx="6096000" cy="3376374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1800" b="1" kern="1200" dirty="0">
                <a:solidFill>
                  <a:schemeClr val="bg1"/>
                </a:solidFill>
                <a:latin typeface="Aptos"/>
                <a:ea typeface="+mn-ea"/>
                <a:cs typeface="+mn-cs"/>
              </a:rPr>
              <a:t>Cluster Evaluation Methods:</a:t>
            </a:r>
            <a:endParaRPr lang="en-US" sz="1800" b="1" kern="1200" dirty="0">
              <a:solidFill>
                <a:schemeClr val="bg1"/>
              </a:solidFill>
              <a:latin typeface="Aptos"/>
            </a:endParaRPr>
          </a:p>
          <a:p>
            <a:pPr marL="228600" indent="-228600" algn="l" rtl="0">
              <a:lnSpc>
                <a:spcPct val="150000"/>
              </a:lnSpc>
              <a:buFont typeface="Arial"/>
              <a:buChar char="•"/>
            </a:pPr>
            <a:r>
              <a:rPr lang="en-US" sz="1800" kern="1200" dirty="0">
                <a:solidFill>
                  <a:schemeClr val="bg1"/>
                </a:solidFill>
                <a:latin typeface="Aptos"/>
                <a:ea typeface="+mn-ea"/>
                <a:cs typeface="+mn-cs"/>
              </a:rPr>
              <a:t>Elbow Method – identifies diminishing returns in cluster separation</a:t>
            </a:r>
            <a:endParaRPr lang="en-US" sz="1800" kern="1200" dirty="0">
              <a:solidFill>
                <a:schemeClr val="bg1"/>
              </a:solidFill>
              <a:latin typeface="Aptos"/>
            </a:endParaRPr>
          </a:p>
          <a:p>
            <a:pPr marL="228600" indent="-228600" algn="l" rtl="0">
              <a:lnSpc>
                <a:spcPct val="150000"/>
              </a:lnSpc>
              <a:buFont typeface="Arial"/>
              <a:buChar char="•"/>
            </a:pPr>
            <a:r>
              <a:rPr lang="en-US" sz="1800" kern="1200" dirty="0">
                <a:solidFill>
                  <a:schemeClr val="bg1"/>
                </a:solidFill>
                <a:latin typeface="Aptos"/>
                <a:ea typeface="+mn-ea"/>
                <a:cs typeface="+mn-cs"/>
              </a:rPr>
              <a:t>Silhouette Score – measures cluster cohesion vs separation</a:t>
            </a:r>
            <a:endParaRPr lang="en-US" sz="1800" kern="1200" dirty="0">
              <a:solidFill>
                <a:schemeClr val="bg1"/>
              </a:solidFill>
              <a:latin typeface="Aptos"/>
            </a:endParaRPr>
          </a:p>
          <a:p>
            <a:pPr marL="228600" indent="-228600" algn="l" rtl="0">
              <a:lnSpc>
                <a:spcPct val="150000"/>
              </a:lnSpc>
              <a:buFont typeface="Arial"/>
              <a:buChar char="•"/>
            </a:pPr>
            <a:r>
              <a:rPr lang="en-US" sz="1800" kern="1200" dirty="0">
                <a:solidFill>
                  <a:schemeClr val="bg1"/>
                </a:solidFill>
                <a:latin typeface="Aptos"/>
                <a:ea typeface="+mn-ea"/>
                <a:cs typeface="+mn-cs"/>
              </a:rPr>
              <a:t>Davies-Bouldin Index – evaluates cluster similarity (lower is better)</a:t>
            </a:r>
            <a:endParaRPr lang="en-US" sz="1800" kern="1200" dirty="0">
              <a:solidFill>
                <a:schemeClr val="bg1"/>
              </a:solidFill>
              <a:latin typeface="Aptos"/>
            </a:endParaRPr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1E3410-398D-402F-182F-1AD0CD530A50}"/>
              </a:ext>
            </a:extLst>
          </p:cNvPr>
          <p:cNvSpPr txBox="1"/>
          <p:nvPr/>
        </p:nvSpPr>
        <p:spPr>
          <a:xfrm>
            <a:off x="385060" y="4261260"/>
            <a:ext cx="6096000" cy="236071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ct val="150000"/>
              </a:lnSpc>
              <a:spcBef>
                <a:spcPts val="600"/>
              </a:spcBef>
            </a:pPr>
            <a:r>
              <a:rPr lang="en-US" sz="1800" b="1" kern="1200" dirty="0">
                <a:solidFill>
                  <a:schemeClr val="bg1"/>
                </a:solidFill>
                <a:latin typeface="Aptos"/>
                <a:ea typeface="+mn-ea"/>
                <a:cs typeface="+mn-cs"/>
              </a:rPr>
              <a:t>Our Findings after</a:t>
            </a:r>
            <a:r>
              <a:rPr lang="en-US" sz="1800" b="1" kern="1200" dirty="0">
                <a:solidFill>
                  <a:srgbClr val="FF0000"/>
                </a:solidFill>
                <a:latin typeface="Aptos"/>
                <a:ea typeface="+mn-ea"/>
                <a:cs typeface="+mn-cs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Aptos"/>
              </a:rPr>
              <a:t>many</a:t>
            </a:r>
            <a:r>
              <a:rPr lang="en-US" b="1" dirty="0">
                <a:solidFill>
                  <a:srgbClr val="0070C0"/>
                </a:solidFill>
                <a:latin typeface="Aptos"/>
              </a:rPr>
              <a:t> </a:t>
            </a:r>
            <a:r>
              <a:rPr lang="en-US" sz="1800" b="1" kern="1200" dirty="0">
                <a:solidFill>
                  <a:schemeClr val="bg1"/>
                </a:solidFill>
                <a:latin typeface="Aptos"/>
                <a:ea typeface="+mn-ea"/>
                <a:cs typeface="+mn-cs"/>
              </a:rPr>
              <a:t>experimental models</a:t>
            </a:r>
            <a:endParaRPr lang="en-US" sz="1800" kern="1200" dirty="0">
              <a:solidFill>
                <a:schemeClr val="bg1"/>
              </a:solidFill>
              <a:latin typeface="Aptos"/>
              <a:ea typeface="+mn-ea"/>
              <a:cs typeface="+mn-cs"/>
            </a:endParaRPr>
          </a:p>
          <a:p>
            <a:pPr marL="228600" indent="-228600" algn="l" rtl="0">
              <a:lnSpc>
                <a:spcPct val="15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Aptos"/>
              </a:rPr>
              <a:t>K-Means at 6 clusters produced the most well-balanced clusters (~1-2 outlier groups per race)</a:t>
            </a:r>
          </a:p>
          <a:p>
            <a:pPr marL="228600" indent="-228600" algn="l" rtl="0">
              <a:lnSpc>
                <a:spcPct val="15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Aptos"/>
              </a:rPr>
              <a:t>Clusters can vary wildly depending on the track</a:t>
            </a:r>
          </a:p>
          <a:p>
            <a:pPr marL="228600" indent="-228600" algn="l" rtl="0">
              <a:lnSpc>
                <a:spcPct val="15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Aptos"/>
              </a:rPr>
              <a:t>Metrics can be misleading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2D93FD-C41F-42A4-F997-3460980F4616}"/>
              </a:ext>
            </a:extLst>
          </p:cNvPr>
          <p:cNvSpPr txBox="1"/>
          <p:nvPr/>
        </p:nvSpPr>
        <p:spPr>
          <a:xfrm>
            <a:off x="6747411" y="5867333"/>
            <a:ext cx="5178238" cy="70763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>
              <a:lnSpc>
                <a:spcPct val="150000"/>
              </a:lnSpc>
            </a:pPr>
            <a:r>
              <a:rPr lang="en-US" sz="1400" i="1" kern="1200" dirty="0">
                <a:solidFill>
                  <a:schemeClr val="bg1">
                    <a:lumMod val="75000"/>
                  </a:schemeClr>
                </a:solidFill>
                <a:latin typeface="Aptos"/>
                <a:ea typeface="+mn-ea"/>
                <a:cs typeface="+mn-cs"/>
              </a:rPr>
              <a:t>We leave it up to the user to explore </a:t>
            </a:r>
          </a:p>
          <a:p>
            <a:pPr algn="ctr" rtl="0">
              <a:lnSpc>
                <a:spcPct val="150000"/>
              </a:lnSpc>
            </a:pPr>
            <a:r>
              <a:rPr lang="en-US" sz="1400" i="1" kern="1200" dirty="0">
                <a:solidFill>
                  <a:schemeClr val="bg1">
                    <a:lumMod val="75000"/>
                  </a:schemeClr>
                </a:solidFill>
                <a:latin typeface="Aptos"/>
                <a:ea typeface="+mn-ea"/>
                <a:cs typeface="+mn-cs"/>
              </a:rPr>
              <a:t>the data and label the groups</a:t>
            </a:r>
            <a:endParaRPr lang="en-US" sz="14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879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BBD0954-8C51-FFF8-4421-EE51D62B43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100000" flipH="1">
            <a:off x="9149160" y="3569940"/>
            <a:ext cx="5321542" cy="50364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E407FDB-2EF4-74BF-01FA-9F0BF21D6FAF}"/>
              </a:ext>
            </a:extLst>
          </p:cNvPr>
          <p:cNvSpPr txBox="1"/>
          <p:nvPr/>
        </p:nvSpPr>
        <p:spPr>
          <a:xfrm>
            <a:off x="3306621" y="204976"/>
            <a:ext cx="5578771" cy="7848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4500" b="1">
                <a:solidFill>
                  <a:srgbClr val="FF0000"/>
                </a:solidFill>
                <a:latin typeface="Poppins SemiBold"/>
                <a:cs typeface="Poppins SemiBold"/>
              </a:rPr>
              <a:t>Deployment Stack</a:t>
            </a:r>
            <a:endParaRPr lang="en-US" sz="4500" b="1" i="0">
              <a:solidFill>
                <a:srgbClr val="FF0000"/>
              </a:solidFill>
              <a:effectLst/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18" name="Graphic 27">
            <a:extLst>
              <a:ext uri="{FF2B5EF4-FFF2-40B4-BE49-F238E27FC236}">
                <a16:creationId xmlns:a16="http://schemas.microsoft.com/office/drawing/2014/main" id="{6BAA3F8A-AC76-2DC6-A9B1-B4ADC1767FFE}"/>
              </a:ext>
            </a:extLst>
          </p:cNvPr>
          <p:cNvSpPr/>
          <p:nvPr/>
        </p:nvSpPr>
        <p:spPr>
          <a:xfrm>
            <a:off x="-1423068" y="1472788"/>
            <a:ext cx="2853412" cy="3998622"/>
          </a:xfrm>
          <a:custGeom>
            <a:avLst/>
            <a:gdLst>
              <a:gd name="connsiteX0" fmla="*/ 974584 w 2853412"/>
              <a:gd name="connsiteY0" fmla="*/ 1755680 h 3998622"/>
              <a:gd name="connsiteX1" fmla="*/ 1023887 w 2853412"/>
              <a:gd name="connsiteY1" fmla="*/ 1820990 h 3998622"/>
              <a:gd name="connsiteX2" fmla="*/ 1033491 w 2853412"/>
              <a:gd name="connsiteY2" fmla="*/ 1838918 h 3998622"/>
              <a:gd name="connsiteX3" fmla="*/ 1037333 w 2853412"/>
              <a:gd name="connsiteY3" fmla="*/ 1847242 h 3998622"/>
              <a:gd name="connsiteX4" fmla="*/ 1057822 w 2853412"/>
              <a:gd name="connsiteY4" fmla="*/ 1893983 h 3998622"/>
              <a:gd name="connsiteX5" fmla="*/ 1076391 w 2853412"/>
              <a:gd name="connsiteY5" fmla="*/ 1846602 h 3998622"/>
              <a:gd name="connsiteX6" fmla="*/ 1079592 w 2853412"/>
              <a:gd name="connsiteY6" fmla="*/ 1835717 h 3998622"/>
              <a:gd name="connsiteX7" fmla="*/ 1082153 w 2853412"/>
              <a:gd name="connsiteY7" fmla="*/ 1804342 h 3998622"/>
              <a:gd name="connsiteX8" fmla="*/ 1080232 w 2853412"/>
              <a:gd name="connsiteY8" fmla="*/ 1785774 h 3998622"/>
              <a:gd name="connsiteX9" fmla="*/ 1142981 w 2853412"/>
              <a:gd name="connsiteY9" fmla="*/ 1833155 h 3998622"/>
              <a:gd name="connsiteX10" fmla="*/ 1267198 w 2853412"/>
              <a:gd name="connsiteY10" fmla="*/ 2066222 h 3998622"/>
              <a:gd name="connsiteX11" fmla="*/ 1266557 w 2853412"/>
              <a:gd name="connsiteY11" fmla="*/ 2069423 h 3998622"/>
              <a:gd name="connsiteX12" fmla="*/ 1259514 w 2853412"/>
              <a:gd name="connsiteY12" fmla="*/ 2404936 h 3998622"/>
              <a:gd name="connsiteX13" fmla="*/ 1271039 w 2853412"/>
              <a:gd name="connsiteY13" fmla="*/ 2559887 h 3998622"/>
              <a:gd name="connsiteX14" fmla="*/ 1204449 w 2853412"/>
              <a:gd name="connsiteY14" fmla="*/ 2724442 h 3998622"/>
              <a:gd name="connsiteX15" fmla="*/ 1077671 w 2853412"/>
              <a:gd name="connsiteY15" fmla="*/ 2779507 h 3998622"/>
              <a:gd name="connsiteX16" fmla="*/ 959857 w 2853412"/>
              <a:gd name="connsiteY16" fmla="*/ 2869148 h 3998622"/>
              <a:gd name="connsiteX17" fmla="*/ 956016 w 2853412"/>
              <a:gd name="connsiteY17" fmla="*/ 2888356 h 3998622"/>
              <a:gd name="connsiteX18" fmla="*/ 702460 w 2853412"/>
              <a:gd name="connsiteY18" fmla="*/ 3027940 h 3998622"/>
              <a:gd name="connsiteX19" fmla="*/ 702460 w 2853412"/>
              <a:gd name="connsiteY19" fmla="*/ 3725218 h 3998622"/>
              <a:gd name="connsiteX20" fmla="*/ 612819 w 2853412"/>
              <a:gd name="connsiteY20" fmla="*/ 3827024 h 3998622"/>
              <a:gd name="connsiteX21" fmla="*/ 612819 w 2853412"/>
              <a:gd name="connsiteY21" fmla="*/ 3998622 h 3998622"/>
              <a:gd name="connsiteX22" fmla="*/ 2263491 w 2853412"/>
              <a:gd name="connsiteY22" fmla="*/ 3998622 h 3998622"/>
              <a:gd name="connsiteX23" fmla="*/ 2263491 w 2853412"/>
              <a:gd name="connsiteY23" fmla="*/ 3827024 h 3998622"/>
              <a:gd name="connsiteX24" fmla="*/ 2173851 w 2853412"/>
              <a:gd name="connsiteY24" fmla="*/ 3725218 h 3998622"/>
              <a:gd name="connsiteX25" fmla="*/ 2173851 w 2853412"/>
              <a:gd name="connsiteY25" fmla="*/ 3027940 h 3998622"/>
              <a:gd name="connsiteX26" fmla="*/ 1920295 w 2853412"/>
              <a:gd name="connsiteY26" fmla="*/ 2888356 h 3998622"/>
              <a:gd name="connsiteX27" fmla="*/ 1916453 w 2853412"/>
              <a:gd name="connsiteY27" fmla="*/ 2869148 h 3998622"/>
              <a:gd name="connsiteX28" fmla="*/ 1798640 w 2853412"/>
              <a:gd name="connsiteY28" fmla="*/ 2779507 h 3998622"/>
              <a:gd name="connsiteX29" fmla="*/ 1671862 w 2853412"/>
              <a:gd name="connsiteY29" fmla="*/ 2724442 h 3998622"/>
              <a:gd name="connsiteX30" fmla="*/ 1605272 w 2853412"/>
              <a:gd name="connsiteY30" fmla="*/ 2559887 h 3998622"/>
              <a:gd name="connsiteX31" fmla="*/ 1616797 w 2853412"/>
              <a:gd name="connsiteY31" fmla="*/ 2404936 h 3998622"/>
              <a:gd name="connsiteX32" fmla="*/ 1609754 w 2853412"/>
              <a:gd name="connsiteY32" fmla="*/ 2069423 h 3998622"/>
              <a:gd name="connsiteX33" fmla="*/ 1609113 w 2853412"/>
              <a:gd name="connsiteY33" fmla="*/ 2066222 h 3998622"/>
              <a:gd name="connsiteX34" fmla="*/ 1733330 w 2853412"/>
              <a:gd name="connsiteY34" fmla="*/ 1833155 h 3998622"/>
              <a:gd name="connsiteX35" fmla="*/ 1772388 w 2853412"/>
              <a:gd name="connsiteY35" fmla="*/ 1804342 h 3998622"/>
              <a:gd name="connsiteX36" fmla="*/ 1772388 w 2853412"/>
              <a:gd name="connsiteY36" fmla="*/ 1804342 h 3998622"/>
              <a:gd name="connsiteX37" fmla="*/ 1774949 w 2853412"/>
              <a:gd name="connsiteY37" fmla="*/ 1835717 h 3998622"/>
              <a:gd name="connsiteX38" fmla="*/ 1778150 w 2853412"/>
              <a:gd name="connsiteY38" fmla="*/ 1847242 h 3998622"/>
              <a:gd name="connsiteX39" fmla="*/ 1796719 w 2853412"/>
              <a:gd name="connsiteY39" fmla="*/ 1894623 h 3998622"/>
              <a:gd name="connsiteX40" fmla="*/ 1817208 w 2853412"/>
              <a:gd name="connsiteY40" fmla="*/ 1847882 h 3998622"/>
              <a:gd name="connsiteX41" fmla="*/ 1820410 w 2853412"/>
              <a:gd name="connsiteY41" fmla="*/ 1840199 h 3998622"/>
              <a:gd name="connsiteX42" fmla="*/ 1830014 w 2853412"/>
              <a:gd name="connsiteY42" fmla="*/ 1822270 h 3998622"/>
              <a:gd name="connsiteX43" fmla="*/ 1879316 w 2853412"/>
              <a:gd name="connsiteY43" fmla="*/ 1756961 h 3998622"/>
              <a:gd name="connsiteX44" fmla="*/ 1946547 w 2853412"/>
              <a:gd name="connsiteY44" fmla="*/ 1691011 h 3998622"/>
              <a:gd name="connsiteX45" fmla="*/ 1947828 w 2853412"/>
              <a:gd name="connsiteY45" fmla="*/ 1689730 h 3998622"/>
              <a:gd name="connsiteX46" fmla="*/ 1975360 w 2853412"/>
              <a:gd name="connsiteY46" fmla="*/ 1664118 h 3998622"/>
              <a:gd name="connsiteX47" fmla="*/ 2028504 w 2853412"/>
              <a:gd name="connsiteY47" fmla="*/ 1612255 h 3998622"/>
              <a:gd name="connsiteX48" fmla="*/ 2103419 w 2853412"/>
              <a:gd name="connsiteY48" fmla="*/ 1539902 h 3998622"/>
              <a:gd name="connsiteX49" fmla="*/ 2171290 w 2853412"/>
              <a:gd name="connsiteY49" fmla="*/ 1476513 h 3998622"/>
              <a:gd name="connsiteX50" fmla="*/ 2259009 w 2853412"/>
              <a:gd name="connsiteY50" fmla="*/ 1393275 h 3998622"/>
              <a:gd name="connsiteX51" fmla="*/ 2282700 w 2853412"/>
              <a:gd name="connsiteY51" fmla="*/ 1370865 h 3998622"/>
              <a:gd name="connsiteX52" fmla="*/ 2431248 w 2853412"/>
              <a:gd name="connsiteY52" fmla="*/ 1224238 h 3998622"/>
              <a:gd name="connsiteX53" fmla="*/ 2606048 w 2853412"/>
              <a:gd name="connsiteY53" fmla="*/ 1030870 h 3998622"/>
              <a:gd name="connsiteX54" fmla="*/ 2764840 w 2853412"/>
              <a:gd name="connsiteY54" fmla="*/ 804206 h 3998622"/>
              <a:gd name="connsiteX55" fmla="*/ 2853200 w 2853412"/>
              <a:gd name="connsiteY55" fmla="*/ 521838 h 3998622"/>
              <a:gd name="connsiteX56" fmla="*/ 2839114 w 2853412"/>
              <a:gd name="connsiteY56" fmla="*/ 375211 h 3998622"/>
              <a:gd name="connsiteX57" fmla="*/ 2771883 w 2853412"/>
              <a:gd name="connsiteY57" fmla="*/ 232426 h 3998622"/>
              <a:gd name="connsiteX58" fmla="*/ 2631659 w 2853412"/>
              <a:gd name="connsiteY58" fmla="*/ 145346 h 3998622"/>
              <a:gd name="connsiteX59" fmla="*/ 2564429 w 2853412"/>
              <a:gd name="connsiteY59" fmla="*/ 137663 h 3998622"/>
              <a:gd name="connsiteX60" fmla="*/ 2483112 w 2853412"/>
              <a:gd name="connsiteY60" fmla="*/ 147907 h 3998622"/>
              <a:gd name="connsiteX61" fmla="*/ 2301269 w 2853412"/>
              <a:gd name="connsiteY61" fmla="*/ 246512 h 3998622"/>
              <a:gd name="connsiteX62" fmla="*/ 1645610 w 2853412"/>
              <a:gd name="connsiteY62" fmla="*/ 0 h 3998622"/>
              <a:gd name="connsiteX63" fmla="*/ 1228140 w 2853412"/>
              <a:gd name="connsiteY63" fmla="*/ 0 h 3998622"/>
              <a:gd name="connsiteX64" fmla="*/ 569920 w 2853412"/>
              <a:gd name="connsiteY64" fmla="*/ 265081 h 3998622"/>
              <a:gd name="connsiteX65" fmla="*/ 369508 w 2853412"/>
              <a:gd name="connsiteY65" fmla="*/ 147907 h 3998622"/>
              <a:gd name="connsiteX66" fmla="*/ 288191 w 2853412"/>
              <a:gd name="connsiteY66" fmla="*/ 137663 h 3998622"/>
              <a:gd name="connsiteX67" fmla="*/ 220961 w 2853412"/>
              <a:gd name="connsiteY67" fmla="*/ 145346 h 3998622"/>
              <a:gd name="connsiteX68" fmla="*/ 80737 w 2853412"/>
              <a:gd name="connsiteY68" fmla="*/ 232426 h 3998622"/>
              <a:gd name="connsiteX69" fmla="*/ 13506 w 2853412"/>
              <a:gd name="connsiteY69" fmla="*/ 375211 h 3998622"/>
              <a:gd name="connsiteX70" fmla="*/ 60 w 2853412"/>
              <a:gd name="connsiteY70" fmla="*/ 520557 h 3998622"/>
              <a:gd name="connsiteX71" fmla="*/ 88420 w 2853412"/>
              <a:gd name="connsiteY71" fmla="*/ 802926 h 3998622"/>
              <a:gd name="connsiteX72" fmla="*/ 247213 w 2853412"/>
              <a:gd name="connsiteY72" fmla="*/ 1029589 h 3998622"/>
              <a:gd name="connsiteX73" fmla="*/ 422012 w 2853412"/>
              <a:gd name="connsiteY73" fmla="*/ 1223598 h 3998622"/>
              <a:gd name="connsiteX74" fmla="*/ 570560 w 2853412"/>
              <a:gd name="connsiteY74" fmla="*/ 1370224 h 3998622"/>
              <a:gd name="connsiteX75" fmla="*/ 593611 w 2853412"/>
              <a:gd name="connsiteY75" fmla="*/ 1392635 h 3998622"/>
              <a:gd name="connsiteX76" fmla="*/ 681971 w 2853412"/>
              <a:gd name="connsiteY76" fmla="*/ 1475873 h 3998622"/>
              <a:gd name="connsiteX77" fmla="*/ 749201 w 2853412"/>
              <a:gd name="connsiteY77" fmla="*/ 1539261 h 3998622"/>
              <a:gd name="connsiteX78" fmla="*/ 824116 w 2853412"/>
              <a:gd name="connsiteY78" fmla="*/ 1612255 h 3998622"/>
              <a:gd name="connsiteX79" fmla="*/ 877260 w 2853412"/>
              <a:gd name="connsiteY79" fmla="*/ 1664118 h 3998622"/>
              <a:gd name="connsiteX80" fmla="*/ 904792 w 2853412"/>
              <a:gd name="connsiteY80" fmla="*/ 1689730 h 3998622"/>
              <a:gd name="connsiteX81" fmla="*/ 906073 w 2853412"/>
              <a:gd name="connsiteY81" fmla="*/ 1691011 h 3998622"/>
              <a:gd name="connsiteX82" fmla="*/ 973304 w 2853412"/>
              <a:gd name="connsiteY82" fmla="*/ 1756961 h 3998622"/>
              <a:gd name="connsiteX83" fmla="*/ 1301773 w 2853412"/>
              <a:gd name="connsiteY83" fmla="*/ 2392130 h 3998622"/>
              <a:gd name="connsiteX84" fmla="*/ 1316500 w 2853412"/>
              <a:gd name="connsiteY84" fmla="*/ 2070063 h 3998622"/>
              <a:gd name="connsiteX85" fmla="*/ 1276162 w 2853412"/>
              <a:gd name="connsiteY85" fmla="*/ 1905508 h 3998622"/>
              <a:gd name="connsiteX86" fmla="*/ 1287687 w 2853412"/>
              <a:gd name="connsiteY86" fmla="*/ 1905508 h 3998622"/>
              <a:gd name="connsiteX87" fmla="*/ 1317781 w 2853412"/>
              <a:gd name="connsiteY87" fmla="*/ 1905508 h 3998622"/>
              <a:gd name="connsiteX88" fmla="*/ 1409342 w 2853412"/>
              <a:gd name="connsiteY88" fmla="*/ 1906789 h 3998622"/>
              <a:gd name="connsiteX89" fmla="*/ 1438155 w 2853412"/>
              <a:gd name="connsiteY89" fmla="*/ 1908070 h 3998622"/>
              <a:gd name="connsiteX90" fmla="*/ 1501544 w 2853412"/>
              <a:gd name="connsiteY90" fmla="*/ 1913192 h 3998622"/>
              <a:gd name="connsiteX91" fmla="*/ 1543163 w 2853412"/>
              <a:gd name="connsiteY91" fmla="*/ 1919595 h 3998622"/>
              <a:gd name="connsiteX92" fmla="*/ 1501544 w 2853412"/>
              <a:gd name="connsiteY92" fmla="*/ 1925357 h 3998622"/>
              <a:gd name="connsiteX93" fmla="*/ 1458645 w 2853412"/>
              <a:gd name="connsiteY93" fmla="*/ 1927919 h 3998622"/>
              <a:gd name="connsiteX94" fmla="*/ 1438796 w 2853412"/>
              <a:gd name="connsiteY94" fmla="*/ 1927919 h 3998622"/>
              <a:gd name="connsiteX95" fmla="*/ 1409342 w 2853412"/>
              <a:gd name="connsiteY95" fmla="*/ 1927919 h 3998622"/>
              <a:gd name="connsiteX96" fmla="*/ 1383731 w 2853412"/>
              <a:gd name="connsiteY96" fmla="*/ 1926638 h 3998622"/>
              <a:gd name="connsiteX97" fmla="*/ 1347874 w 2853412"/>
              <a:gd name="connsiteY97" fmla="*/ 2119366 h 3998622"/>
              <a:gd name="connsiteX98" fmla="*/ 1319701 w 2853412"/>
              <a:gd name="connsiteY98" fmla="*/ 2222453 h 3998622"/>
              <a:gd name="connsiteX99" fmla="*/ 1438796 w 2853412"/>
              <a:gd name="connsiteY99" fmla="*/ 2243583 h 3998622"/>
              <a:gd name="connsiteX100" fmla="*/ 1454803 w 2853412"/>
              <a:gd name="connsiteY100" fmla="*/ 2244223 h 3998622"/>
              <a:gd name="connsiteX101" fmla="*/ 1438796 w 2853412"/>
              <a:gd name="connsiteY101" fmla="*/ 2244863 h 3998622"/>
              <a:gd name="connsiteX102" fmla="*/ 1322903 w 2853412"/>
              <a:gd name="connsiteY102" fmla="*/ 2315935 h 3998622"/>
              <a:gd name="connsiteX103" fmla="*/ 1346594 w 2853412"/>
              <a:gd name="connsiteY103" fmla="*/ 2461922 h 3998622"/>
              <a:gd name="connsiteX104" fmla="*/ 1302414 w 2853412"/>
              <a:gd name="connsiteY104" fmla="*/ 2648247 h 3998622"/>
              <a:gd name="connsiteX105" fmla="*/ 1302414 w 2853412"/>
              <a:gd name="connsiteY105" fmla="*/ 2391490 h 3998622"/>
              <a:gd name="connsiteX106" fmla="*/ 980987 w 2853412"/>
              <a:gd name="connsiteY106" fmla="*/ 2931896 h 3998622"/>
              <a:gd name="connsiteX107" fmla="*/ 984829 w 2853412"/>
              <a:gd name="connsiteY107" fmla="*/ 2940860 h 3998622"/>
              <a:gd name="connsiteX108" fmla="*/ 993793 w 2853412"/>
              <a:gd name="connsiteY108" fmla="*/ 2950465 h 3998622"/>
              <a:gd name="connsiteX109" fmla="*/ 1007239 w 2853412"/>
              <a:gd name="connsiteY109" fmla="*/ 2959429 h 3998622"/>
              <a:gd name="connsiteX110" fmla="*/ 1024527 w 2853412"/>
              <a:gd name="connsiteY110" fmla="*/ 2967112 h 3998622"/>
              <a:gd name="connsiteX111" fmla="*/ 1068707 w 2853412"/>
              <a:gd name="connsiteY111" fmla="*/ 2979278 h 3998622"/>
              <a:gd name="connsiteX112" fmla="*/ 1122492 w 2853412"/>
              <a:gd name="connsiteY112" fmla="*/ 2988882 h 3998622"/>
              <a:gd name="connsiteX113" fmla="*/ 1183319 w 2853412"/>
              <a:gd name="connsiteY113" fmla="*/ 2995285 h 3998622"/>
              <a:gd name="connsiteX114" fmla="*/ 1248629 w 2853412"/>
              <a:gd name="connsiteY114" fmla="*/ 2999767 h 3998622"/>
              <a:gd name="connsiteX115" fmla="*/ 1315860 w 2853412"/>
              <a:gd name="connsiteY115" fmla="*/ 3001688 h 3998622"/>
              <a:gd name="connsiteX116" fmla="*/ 1383090 w 2853412"/>
              <a:gd name="connsiteY116" fmla="*/ 3002968 h 3998622"/>
              <a:gd name="connsiteX117" fmla="*/ 1448400 w 2853412"/>
              <a:gd name="connsiteY117" fmla="*/ 3002968 h 3998622"/>
              <a:gd name="connsiteX118" fmla="*/ 1564293 w 2853412"/>
              <a:gd name="connsiteY118" fmla="*/ 3001688 h 3998622"/>
              <a:gd name="connsiteX119" fmla="*/ 1677625 w 2853412"/>
              <a:gd name="connsiteY119" fmla="*/ 3000407 h 3998622"/>
              <a:gd name="connsiteX120" fmla="*/ 1564293 w 2853412"/>
              <a:gd name="connsiteY120" fmla="*/ 3009371 h 3998622"/>
              <a:gd name="connsiteX121" fmla="*/ 1448400 w 2853412"/>
              <a:gd name="connsiteY121" fmla="*/ 3014494 h 3998622"/>
              <a:gd name="connsiteX122" fmla="*/ 1383090 w 2853412"/>
              <a:gd name="connsiteY122" fmla="*/ 3014494 h 3998622"/>
              <a:gd name="connsiteX123" fmla="*/ 1315219 w 2853412"/>
              <a:gd name="connsiteY123" fmla="*/ 3014494 h 3998622"/>
              <a:gd name="connsiteX124" fmla="*/ 1247348 w 2853412"/>
              <a:gd name="connsiteY124" fmla="*/ 3011292 h 3998622"/>
              <a:gd name="connsiteX125" fmla="*/ 1182039 w 2853412"/>
              <a:gd name="connsiteY125" fmla="*/ 3006170 h 3998622"/>
              <a:gd name="connsiteX126" fmla="*/ 1121211 w 2853412"/>
              <a:gd name="connsiteY126" fmla="*/ 2997846 h 3998622"/>
              <a:gd name="connsiteX127" fmla="*/ 1067426 w 2853412"/>
              <a:gd name="connsiteY127" fmla="*/ 2986321 h 3998622"/>
              <a:gd name="connsiteX128" fmla="*/ 1023246 w 2853412"/>
              <a:gd name="connsiteY128" fmla="*/ 2971594 h 3998622"/>
              <a:gd name="connsiteX129" fmla="*/ 1005958 w 2853412"/>
              <a:gd name="connsiteY129" fmla="*/ 2962630 h 3998622"/>
              <a:gd name="connsiteX130" fmla="*/ 992512 w 2853412"/>
              <a:gd name="connsiteY130" fmla="*/ 2952386 h 3998622"/>
              <a:gd name="connsiteX131" fmla="*/ 984189 w 2853412"/>
              <a:gd name="connsiteY131" fmla="*/ 2942141 h 3998622"/>
              <a:gd name="connsiteX132" fmla="*/ 980987 w 2853412"/>
              <a:gd name="connsiteY132" fmla="*/ 2932536 h 3998622"/>
              <a:gd name="connsiteX133" fmla="*/ 980987 w 2853412"/>
              <a:gd name="connsiteY133" fmla="*/ 2924213 h 3998622"/>
              <a:gd name="connsiteX134" fmla="*/ 980987 w 2853412"/>
              <a:gd name="connsiteY134" fmla="*/ 2931896 h 3998622"/>
              <a:gd name="connsiteX135" fmla="*/ 1276162 w 2853412"/>
              <a:gd name="connsiteY135" fmla="*/ 2921652 h 3998622"/>
              <a:gd name="connsiteX136" fmla="*/ 1349155 w 2853412"/>
              <a:gd name="connsiteY136" fmla="*/ 2760938 h 3998622"/>
              <a:gd name="connsiteX137" fmla="*/ 1382450 w 2853412"/>
              <a:gd name="connsiteY137" fmla="*/ 2762219 h 3998622"/>
              <a:gd name="connsiteX138" fmla="*/ 1276162 w 2853412"/>
              <a:gd name="connsiteY138" fmla="*/ 2921652 h 3998622"/>
              <a:gd name="connsiteX139" fmla="*/ 1321622 w 2853412"/>
              <a:gd name="connsiteY139" fmla="*/ 2934457 h 3998622"/>
              <a:gd name="connsiteX140" fmla="*/ 1374126 w 2853412"/>
              <a:gd name="connsiteY140" fmla="*/ 2935738 h 3998622"/>
              <a:gd name="connsiteX141" fmla="*/ 1466969 w 2853412"/>
              <a:gd name="connsiteY141" fmla="*/ 2937659 h 3998622"/>
              <a:gd name="connsiteX142" fmla="*/ 1532919 w 2853412"/>
              <a:gd name="connsiteY142" fmla="*/ 2939580 h 3998622"/>
              <a:gd name="connsiteX143" fmla="*/ 1557890 w 2853412"/>
              <a:gd name="connsiteY143" fmla="*/ 2940860 h 3998622"/>
              <a:gd name="connsiteX144" fmla="*/ 1532919 w 2853412"/>
              <a:gd name="connsiteY144" fmla="*/ 2944062 h 3998622"/>
              <a:gd name="connsiteX145" fmla="*/ 1466969 w 2853412"/>
              <a:gd name="connsiteY145" fmla="*/ 2950465 h 3998622"/>
              <a:gd name="connsiteX146" fmla="*/ 1422788 w 2853412"/>
              <a:gd name="connsiteY146" fmla="*/ 2953026 h 3998622"/>
              <a:gd name="connsiteX147" fmla="*/ 1373486 w 2853412"/>
              <a:gd name="connsiteY147" fmla="*/ 2954947 h 3998622"/>
              <a:gd name="connsiteX148" fmla="*/ 1266557 w 2853412"/>
              <a:gd name="connsiteY148" fmla="*/ 2954306 h 3998622"/>
              <a:gd name="connsiteX149" fmla="*/ 1212132 w 2853412"/>
              <a:gd name="connsiteY149" fmla="*/ 2951105 h 3998622"/>
              <a:gd name="connsiteX150" fmla="*/ 1159629 w 2853412"/>
              <a:gd name="connsiteY150" fmla="*/ 2945982 h 3998622"/>
              <a:gd name="connsiteX151" fmla="*/ 1110966 w 2853412"/>
              <a:gd name="connsiteY151" fmla="*/ 2937659 h 3998622"/>
              <a:gd name="connsiteX152" fmla="*/ 1067426 w 2853412"/>
              <a:gd name="connsiteY152" fmla="*/ 2927414 h 3998622"/>
              <a:gd name="connsiteX153" fmla="*/ 1032210 w 2853412"/>
              <a:gd name="connsiteY153" fmla="*/ 2914608 h 3998622"/>
              <a:gd name="connsiteX154" fmla="*/ 1018124 w 2853412"/>
              <a:gd name="connsiteY154" fmla="*/ 2907565 h 3998622"/>
              <a:gd name="connsiteX155" fmla="*/ 1007239 w 2853412"/>
              <a:gd name="connsiteY155" fmla="*/ 2899882 h 3998622"/>
              <a:gd name="connsiteX156" fmla="*/ 995073 w 2853412"/>
              <a:gd name="connsiteY156" fmla="*/ 2885155 h 3998622"/>
              <a:gd name="connsiteX157" fmla="*/ 993793 w 2853412"/>
              <a:gd name="connsiteY157" fmla="*/ 2878752 h 3998622"/>
              <a:gd name="connsiteX158" fmla="*/ 996354 w 2853412"/>
              <a:gd name="connsiteY158" fmla="*/ 2884515 h 3998622"/>
              <a:gd name="connsiteX159" fmla="*/ 1009800 w 2853412"/>
              <a:gd name="connsiteY159" fmla="*/ 2896680 h 3998622"/>
              <a:gd name="connsiteX160" fmla="*/ 1021325 w 2853412"/>
              <a:gd name="connsiteY160" fmla="*/ 2902443 h 3998622"/>
              <a:gd name="connsiteX161" fmla="*/ 1035412 w 2853412"/>
              <a:gd name="connsiteY161" fmla="*/ 2907565 h 3998622"/>
              <a:gd name="connsiteX162" fmla="*/ 1052060 w 2853412"/>
              <a:gd name="connsiteY162" fmla="*/ 2912047 h 3998622"/>
              <a:gd name="connsiteX163" fmla="*/ 1070628 w 2853412"/>
              <a:gd name="connsiteY163" fmla="*/ 2916529 h 3998622"/>
              <a:gd name="connsiteX164" fmla="*/ 1113527 w 2853412"/>
              <a:gd name="connsiteY164" fmla="*/ 2923572 h 3998622"/>
              <a:gd name="connsiteX165" fmla="*/ 1162190 w 2853412"/>
              <a:gd name="connsiteY165" fmla="*/ 2928695 h 3998622"/>
              <a:gd name="connsiteX166" fmla="*/ 1214053 w 2853412"/>
              <a:gd name="connsiteY166" fmla="*/ 2932536 h 3998622"/>
              <a:gd name="connsiteX167" fmla="*/ 1267838 w 2853412"/>
              <a:gd name="connsiteY167" fmla="*/ 2935098 h 3998622"/>
              <a:gd name="connsiteX168" fmla="*/ 1321622 w 2853412"/>
              <a:gd name="connsiteY168" fmla="*/ 2937018 h 3998622"/>
              <a:gd name="connsiteX169" fmla="*/ 1504105 w 2853412"/>
              <a:gd name="connsiteY169" fmla="*/ 2689866 h 3998622"/>
              <a:gd name="connsiteX170" fmla="*/ 1438155 w 2853412"/>
              <a:gd name="connsiteY170" fmla="*/ 2691146 h 3998622"/>
              <a:gd name="connsiteX171" fmla="*/ 1417026 w 2853412"/>
              <a:gd name="connsiteY171" fmla="*/ 2691146 h 3998622"/>
              <a:gd name="connsiteX172" fmla="*/ 1330586 w 2853412"/>
              <a:gd name="connsiteY172" fmla="*/ 2683463 h 3998622"/>
              <a:gd name="connsiteX173" fmla="*/ 1302414 w 2853412"/>
              <a:gd name="connsiteY173" fmla="*/ 2677060 h 3998622"/>
              <a:gd name="connsiteX174" fmla="*/ 1292809 w 2853412"/>
              <a:gd name="connsiteY174" fmla="*/ 2672578 h 3998622"/>
              <a:gd name="connsiteX175" fmla="*/ 1303054 w 2853412"/>
              <a:gd name="connsiteY175" fmla="*/ 2675139 h 3998622"/>
              <a:gd name="connsiteX176" fmla="*/ 1331227 w 2853412"/>
              <a:gd name="connsiteY176" fmla="*/ 2677060 h 3998622"/>
              <a:gd name="connsiteX177" fmla="*/ 1417666 w 2853412"/>
              <a:gd name="connsiteY177" fmla="*/ 2678981 h 3998622"/>
              <a:gd name="connsiteX178" fmla="*/ 1438155 w 2853412"/>
              <a:gd name="connsiteY178" fmla="*/ 2679621 h 3998622"/>
              <a:gd name="connsiteX179" fmla="*/ 1504105 w 2853412"/>
              <a:gd name="connsiteY179" fmla="*/ 2683463 h 3998622"/>
              <a:gd name="connsiteX180" fmla="*/ 1543163 w 2853412"/>
              <a:gd name="connsiteY180" fmla="*/ 2687305 h 3998622"/>
              <a:gd name="connsiteX181" fmla="*/ 1504105 w 2853412"/>
              <a:gd name="connsiteY181" fmla="*/ 2690506 h 3998622"/>
              <a:gd name="connsiteX182" fmla="*/ 1265277 w 2853412"/>
              <a:gd name="connsiteY182" fmla="*/ 2719960 h 3998622"/>
              <a:gd name="connsiteX183" fmla="*/ 1271680 w 2853412"/>
              <a:gd name="connsiteY183" fmla="*/ 2721880 h 3998622"/>
              <a:gd name="connsiteX184" fmla="*/ 1295370 w 2853412"/>
              <a:gd name="connsiteY184" fmla="*/ 2724442 h 3998622"/>
              <a:gd name="connsiteX185" fmla="*/ 1368364 w 2853412"/>
              <a:gd name="connsiteY185" fmla="*/ 2727643 h 3998622"/>
              <a:gd name="connsiteX186" fmla="*/ 1438155 w 2853412"/>
              <a:gd name="connsiteY186" fmla="*/ 2734046 h 3998622"/>
              <a:gd name="connsiteX187" fmla="*/ 1441357 w 2853412"/>
              <a:gd name="connsiteY187" fmla="*/ 2734046 h 3998622"/>
              <a:gd name="connsiteX188" fmla="*/ 1474652 w 2853412"/>
              <a:gd name="connsiteY188" fmla="*/ 2740449 h 3998622"/>
              <a:gd name="connsiteX189" fmla="*/ 1440717 w 2853412"/>
              <a:gd name="connsiteY189" fmla="*/ 2746212 h 3998622"/>
              <a:gd name="connsiteX190" fmla="*/ 1437515 w 2853412"/>
              <a:gd name="connsiteY190" fmla="*/ 2746212 h 3998622"/>
              <a:gd name="connsiteX191" fmla="*/ 1366443 w 2853412"/>
              <a:gd name="connsiteY191" fmla="*/ 2748132 h 3998622"/>
              <a:gd name="connsiteX192" fmla="*/ 1292169 w 2853412"/>
              <a:gd name="connsiteY192" fmla="*/ 2735327 h 3998622"/>
              <a:gd name="connsiteX193" fmla="*/ 1269118 w 2853412"/>
              <a:gd name="connsiteY193" fmla="*/ 2725082 h 3998622"/>
              <a:gd name="connsiteX194" fmla="*/ 1262715 w 2853412"/>
              <a:gd name="connsiteY194" fmla="*/ 2718039 h 3998622"/>
              <a:gd name="connsiteX195" fmla="*/ 1264636 w 2853412"/>
              <a:gd name="connsiteY195" fmla="*/ 2719319 h 3998622"/>
              <a:gd name="connsiteX196" fmla="*/ 1005318 w 2853412"/>
              <a:gd name="connsiteY196" fmla="*/ 2865946 h 3998622"/>
              <a:gd name="connsiteX197" fmla="*/ 1096880 w 2853412"/>
              <a:gd name="connsiteY197" fmla="*/ 2808320 h 3998622"/>
              <a:gd name="connsiteX198" fmla="*/ 1256313 w 2853412"/>
              <a:gd name="connsiteY198" fmla="*/ 2733406 h 3998622"/>
              <a:gd name="connsiteX199" fmla="*/ 1293450 w 2853412"/>
              <a:gd name="connsiteY199" fmla="*/ 2749413 h 3998622"/>
              <a:gd name="connsiteX200" fmla="*/ 1131456 w 2853412"/>
              <a:gd name="connsiteY200" fmla="*/ 2910767 h 3998622"/>
              <a:gd name="connsiteX201" fmla="*/ 1005958 w 2853412"/>
              <a:gd name="connsiteY201" fmla="*/ 2865946 h 3998622"/>
              <a:gd name="connsiteX202" fmla="*/ 749201 w 2853412"/>
              <a:gd name="connsiteY202" fmla="*/ 3081084 h 3998622"/>
              <a:gd name="connsiteX203" fmla="*/ 980347 w 2853412"/>
              <a:gd name="connsiteY203" fmla="*/ 3122063 h 3998622"/>
              <a:gd name="connsiteX204" fmla="*/ 749201 w 2853412"/>
              <a:gd name="connsiteY204" fmla="*/ 3737383 h 3998622"/>
              <a:gd name="connsiteX205" fmla="*/ 749201 w 2853412"/>
              <a:gd name="connsiteY205" fmla="*/ 3081084 h 3998622"/>
              <a:gd name="connsiteX206" fmla="*/ 658280 w 2853412"/>
              <a:gd name="connsiteY206" fmla="*/ 3885291 h 3998622"/>
              <a:gd name="connsiteX207" fmla="*/ 658280 w 2853412"/>
              <a:gd name="connsiteY207" fmla="*/ 3832787 h 3998622"/>
              <a:gd name="connsiteX208" fmla="*/ 728072 w 2853412"/>
              <a:gd name="connsiteY208" fmla="*/ 3770678 h 3998622"/>
              <a:gd name="connsiteX209" fmla="*/ 1929259 w 2853412"/>
              <a:gd name="connsiteY209" fmla="*/ 3786686 h 3998622"/>
              <a:gd name="connsiteX210" fmla="*/ 658280 w 2853412"/>
              <a:gd name="connsiteY210" fmla="*/ 3885291 h 3998622"/>
              <a:gd name="connsiteX211" fmla="*/ 2113023 w 2853412"/>
              <a:gd name="connsiteY211" fmla="*/ 3081084 h 3998622"/>
              <a:gd name="connsiteX212" fmla="*/ 2114944 w 2853412"/>
              <a:gd name="connsiteY212" fmla="*/ 3108617 h 3998622"/>
              <a:gd name="connsiteX213" fmla="*/ 2118786 w 2853412"/>
              <a:gd name="connsiteY213" fmla="*/ 3181610 h 3998622"/>
              <a:gd name="connsiteX214" fmla="*/ 2121987 w 2853412"/>
              <a:gd name="connsiteY214" fmla="*/ 3284697 h 3998622"/>
              <a:gd name="connsiteX215" fmla="*/ 2123268 w 2853412"/>
              <a:gd name="connsiteY215" fmla="*/ 3402511 h 3998622"/>
              <a:gd name="connsiteX216" fmla="*/ 2121987 w 2853412"/>
              <a:gd name="connsiteY216" fmla="*/ 3520324 h 3998622"/>
              <a:gd name="connsiteX217" fmla="*/ 2118786 w 2853412"/>
              <a:gd name="connsiteY217" fmla="*/ 3623411 h 3998622"/>
              <a:gd name="connsiteX218" fmla="*/ 2114944 w 2853412"/>
              <a:gd name="connsiteY218" fmla="*/ 3696405 h 3998622"/>
              <a:gd name="connsiteX219" fmla="*/ 2113023 w 2853412"/>
              <a:gd name="connsiteY219" fmla="*/ 3723937 h 3998622"/>
              <a:gd name="connsiteX220" fmla="*/ 2111102 w 2853412"/>
              <a:gd name="connsiteY220" fmla="*/ 3696405 h 3998622"/>
              <a:gd name="connsiteX221" fmla="*/ 2107260 w 2853412"/>
              <a:gd name="connsiteY221" fmla="*/ 3623411 h 3998622"/>
              <a:gd name="connsiteX222" fmla="*/ 2104059 w 2853412"/>
              <a:gd name="connsiteY222" fmla="*/ 3520324 h 3998622"/>
              <a:gd name="connsiteX223" fmla="*/ 2102778 w 2853412"/>
              <a:gd name="connsiteY223" fmla="*/ 3402511 h 3998622"/>
              <a:gd name="connsiteX224" fmla="*/ 2104059 w 2853412"/>
              <a:gd name="connsiteY224" fmla="*/ 3284697 h 3998622"/>
              <a:gd name="connsiteX225" fmla="*/ 2107260 w 2853412"/>
              <a:gd name="connsiteY225" fmla="*/ 3181610 h 3998622"/>
              <a:gd name="connsiteX226" fmla="*/ 2111102 w 2853412"/>
              <a:gd name="connsiteY226" fmla="*/ 3108617 h 3998622"/>
              <a:gd name="connsiteX227" fmla="*/ 2113023 w 2853412"/>
              <a:gd name="connsiteY227" fmla="*/ 3081084 h 3998622"/>
              <a:gd name="connsiteX228" fmla="*/ 2052836 w 2853412"/>
              <a:gd name="connsiteY228" fmla="*/ 3054832 h 3998622"/>
              <a:gd name="connsiteX229" fmla="*/ 2110462 w 2853412"/>
              <a:gd name="connsiteY229" fmla="*/ 3051631 h 3998622"/>
              <a:gd name="connsiteX230" fmla="*/ 2052836 w 2853412"/>
              <a:gd name="connsiteY230" fmla="*/ 3056753 h 3998622"/>
              <a:gd name="connsiteX231" fmla="*/ 1900446 w 2853412"/>
              <a:gd name="connsiteY231" fmla="*/ 3068919 h 3998622"/>
              <a:gd name="connsiteX232" fmla="*/ 1798640 w 2853412"/>
              <a:gd name="connsiteY232" fmla="*/ 3075962 h 3998622"/>
              <a:gd name="connsiteX233" fmla="*/ 1684668 w 2853412"/>
              <a:gd name="connsiteY233" fmla="*/ 3082365 h 3998622"/>
              <a:gd name="connsiteX234" fmla="*/ 1563012 w 2853412"/>
              <a:gd name="connsiteY234" fmla="*/ 3087487 h 3998622"/>
              <a:gd name="connsiteX235" fmla="*/ 1436875 w 2853412"/>
              <a:gd name="connsiteY235" fmla="*/ 3091329 h 3998622"/>
              <a:gd name="connsiteX236" fmla="*/ 1189082 w 2853412"/>
              <a:gd name="connsiteY236" fmla="*/ 3094530 h 3998622"/>
              <a:gd name="connsiteX237" fmla="*/ 1075110 w 2853412"/>
              <a:gd name="connsiteY237" fmla="*/ 3091969 h 3998622"/>
              <a:gd name="connsiteX238" fmla="*/ 972663 w 2853412"/>
              <a:gd name="connsiteY238" fmla="*/ 3086207 h 3998622"/>
              <a:gd name="connsiteX239" fmla="*/ 886224 w 2853412"/>
              <a:gd name="connsiteY239" fmla="*/ 3079163 h 3998622"/>
              <a:gd name="connsiteX240" fmla="*/ 820274 w 2853412"/>
              <a:gd name="connsiteY240" fmla="*/ 3067638 h 3998622"/>
              <a:gd name="connsiteX241" fmla="*/ 763928 w 2853412"/>
              <a:gd name="connsiteY241" fmla="*/ 3050990 h 3998622"/>
              <a:gd name="connsiteX242" fmla="*/ 822835 w 2853412"/>
              <a:gd name="connsiteY242" fmla="*/ 3047149 h 3998622"/>
              <a:gd name="connsiteX243" fmla="*/ 889425 w 2853412"/>
              <a:gd name="connsiteY243" fmla="*/ 3047149 h 3998622"/>
              <a:gd name="connsiteX244" fmla="*/ 975224 w 2853412"/>
              <a:gd name="connsiteY244" fmla="*/ 3051631 h 3998622"/>
              <a:gd name="connsiteX245" fmla="*/ 1190363 w 2853412"/>
              <a:gd name="connsiteY245" fmla="*/ 3061875 h 3998622"/>
              <a:gd name="connsiteX246" fmla="*/ 1437515 w 2853412"/>
              <a:gd name="connsiteY246" fmla="*/ 3068919 h 3998622"/>
              <a:gd name="connsiteX247" fmla="*/ 1563012 w 2853412"/>
              <a:gd name="connsiteY247" fmla="*/ 3068919 h 3998622"/>
              <a:gd name="connsiteX248" fmla="*/ 1684668 w 2853412"/>
              <a:gd name="connsiteY248" fmla="*/ 3067638 h 3998622"/>
              <a:gd name="connsiteX249" fmla="*/ 1798640 w 2853412"/>
              <a:gd name="connsiteY249" fmla="*/ 3065077 h 3998622"/>
              <a:gd name="connsiteX250" fmla="*/ 1900446 w 2853412"/>
              <a:gd name="connsiteY250" fmla="*/ 3061235 h 3998622"/>
              <a:gd name="connsiteX251" fmla="*/ 2052836 w 2853412"/>
              <a:gd name="connsiteY251" fmla="*/ 3053552 h 3998622"/>
              <a:gd name="connsiteX252" fmla="*/ 1720524 w 2853412"/>
              <a:gd name="connsiteY252" fmla="*/ 2782068 h 3998622"/>
              <a:gd name="connsiteX253" fmla="*/ 1812086 w 2853412"/>
              <a:gd name="connsiteY253" fmla="*/ 2816003 h 3998622"/>
              <a:gd name="connsiteX254" fmla="*/ 1836417 w 2853412"/>
              <a:gd name="connsiteY254" fmla="*/ 2826248 h 3998622"/>
              <a:gd name="connsiteX255" fmla="*/ 1858827 w 2853412"/>
              <a:gd name="connsiteY255" fmla="*/ 2840975 h 3998622"/>
              <a:gd name="connsiteX256" fmla="*/ 1885079 w 2853412"/>
              <a:gd name="connsiteY256" fmla="*/ 2879392 h 3998622"/>
              <a:gd name="connsiteX257" fmla="*/ 1888921 w 2853412"/>
              <a:gd name="connsiteY257" fmla="*/ 2912047 h 3998622"/>
              <a:gd name="connsiteX258" fmla="*/ 1885079 w 2853412"/>
              <a:gd name="connsiteY258" fmla="*/ 2923572 h 3998622"/>
              <a:gd name="connsiteX259" fmla="*/ 1885719 w 2853412"/>
              <a:gd name="connsiteY259" fmla="*/ 2920371 h 3998622"/>
              <a:gd name="connsiteX260" fmla="*/ 1886360 w 2853412"/>
              <a:gd name="connsiteY260" fmla="*/ 2911407 h 3998622"/>
              <a:gd name="connsiteX261" fmla="*/ 1879316 w 2853412"/>
              <a:gd name="connsiteY261" fmla="*/ 2881313 h 3998622"/>
              <a:gd name="connsiteX262" fmla="*/ 1868432 w 2853412"/>
              <a:gd name="connsiteY262" fmla="*/ 2864025 h 3998622"/>
              <a:gd name="connsiteX263" fmla="*/ 1852424 w 2853412"/>
              <a:gd name="connsiteY263" fmla="*/ 2848018 h 3998622"/>
              <a:gd name="connsiteX264" fmla="*/ 1831935 w 2853412"/>
              <a:gd name="connsiteY264" fmla="*/ 2835212 h 3998622"/>
              <a:gd name="connsiteX265" fmla="*/ 1807604 w 2853412"/>
              <a:gd name="connsiteY265" fmla="*/ 2825608 h 3998622"/>
              <a:gd name="connsiteX266" fmla="*/ 1717963 w 2853412"/>
              <a:gd name="connsiteY266" fmla="*/ 2787190 h 3998622"/>
              <a:gd name="connsiteX267" fmla="*/ 1678265 w 2853412"/>
              <a:gd name="connsiteY267" fmla="*/ 2767981 h 3998622"/>
              <a:gd name="connsiteX268" fmla="*/ 1720524 w 2853412"/>
              <a:gd name="connsiteY268" fmla="*/ 2781428 h 3998622"/>
              <a:gd name="connsiteX269" fmla="*/ 1570696 w 2853412"/>
              <a:gd name="connsiteY269" fmla="*/ 2084790 h 3998622"/>
              <a:gd name="connsiteX270" fmla="*/ 1586703 w 2853412"/>
              <a:gd name="connsiteY270" fmla="*/ 2153942 h 3998622"/>
              <a:gd name="connsiteX271" fmla="*/ 1595027 w 2853412"/>
              <a:gd name="connsiteY271" fmla="*/ 2253827 h 3998622"/>
              <a:gd name="connsiteX272" fmla="*/ 1586703 w 2853412"/>
              <a:gd name="connsiteY272" fmla="*/ 2368439 h 3998622"/>
              <a:gd name="connsiteX273" fmla="*/ 1572617 w 2853412"/>
              <a:gd name="connsiteY273" fmla="*/ 2480490 h 3998622"/>
              <a:gd name="connsiteX274" fmla="*/ 1569415 w 2853412"/>
              <a:gd name="connsiteY274" fmla="*/ 2532354 h 3998622"/>
              <a:gd name="connsiteX275" fmla="*/ 1570696 w 2853412"/>
              <a:gd name="connsiteY275" fmla="*/ 2578455 h 3998622"/>
              <a:gd name="connsiteX276" fmla="*/ 1584142 w 2853412"/>
              <a:gd name="connsiteY276" fmla="*/ 2646326 h 3998622"/>
              <a:gd name="connsiteX277" fmla="*/ 1591825 w 2853412"/>
              <a:gd name="connsiteY277" fmla="*/ 2671938 h 3998622"/>
              <a:gd name="connsiteX278" fmla="*/ 1580300 w 2853412"/>
              <a:gd name="connsiteY278" fmla="*/ 2647607 h 3998622"/>
              <a:gd name="connsiteX279" fmla="*/ 1559171 w 2853412"/>
              <a:gd name="connsiteY279" fmla="*/ 2579736 h 3998622"/>
              <a:gd name="connsiteX280" fmla="*/ 1554689 w 2853412"/>
              <a:gd name="connsiteY280" fmla="*/ 2479210 h 3998622"/>
              <a:gd name="connsiteX281" fmla="*/ 1566214 w 2853412"/>
              <a:gd name="connsiteY281" fmla="*/ 2365238 h 3998622"/>
              <a:gd name="connsiteX282" fmla="*/ 1572617 w 2853412"/>
              <a:gd name="connsiteY282" fmla="*/ 2308252 h 3998622"/>
              <a:gd name="connsiteX283" fmla="*/ 1575818 w 2853412"/>
              <a:gd name="connsiteY283" fmla="*/ 2253187 h 3998622"/>
              <a:gd name="connsiteX284" fmla="*/ 1575818 w 2853412"/>
              <a:gd name="connsiteY284" fmla="*/ 2226935 h 3998622"/>
              <a:gd name="connsiteX285" fmla="*/ 1575818 w 2853412"/>
              <a:gd name="connsiteY285" fmla="*/ 2201323 h 3998622"/>
              <a:gd name="connsiteX286" fmla="*/ 1573897 w 2853412"/>
              <a:gd name="connsiteY286" fmla="*/ 2154582 h 3998622"/>
              <a:gd name="connsiteX287" fmla="*/ 1565574 w 2853412"/>
              <a:gd name="connsiteY287" fmla="*/ 2085430 h 3998622"/>
              <a:gd name="connsiteX288" fmla="*/ 1560451 w 2853412"/>
              <a:gd name="connsiteY288" fmla="*/ 2059178 h 3998622"/>
              <a:gd name="connsiteX289" fmla="*/ 1569415 w 2853412"/>
              <a:gd name="connsiteY289" fmla="*/ 2084150 h 3998622"/>
              <a:gd name="connsiteX290" fmla="*/ 1633444 w 2853412"/>
              <a:gd name="connsiteY290" fmla="*/ 1709579 h 3998622"/>
              <a:gd name="connsiteX291" fmla="*/ 1603991 w 2853412"/>
              <a:gd name="connsiteY291" fmla="*/ 1752479 h 3998622"/>
              <a:gd name="connsiteX292" fmla="*/ 1592466 w 2853412"/>
              <a:gd name="connsiteY292" fmla="*/ 1766565 h 3998622"/>
              <a:gd name="connsiteX293" fmla="*/ 1619358 w 2853412"/>
              <a:gd name="connsiteY293" fmla="*/ 1702536 h 3998622"/>
              <a:gd name="connsiteX294" fmla="*/ 1631524 w 2853412"/>
              <a:gd name="connsiteY294" fmla="*/ 1667960 h 3998622"/>
              <a:gd name="connsiteX295" fmla="*/ 1644970 w 2853412"/>
              <a:gd name="connsiteY295" fmla="*/ 1627622 h 3998622"/>
              <a:gd name="connsiteX296" fmla="*/ 1659056 w 2853412"/>
              <a:gd name="connsiteY296" fmla="*/ 1580880 h 3998622"/>
              <a:gd name="connsiteX297" fmla="*/ 1673142 w 2853412"/>
              <a:gd name="connsiteY297" fmla="*/ 1529017 h 3998622"/>
              <a:gd name="connsiteX298" fmla="*/ 1686589 w 2853412"/>
              <a:gd name="connsiteY298" fmla="*/ 1472031 h 3998622"/>
              <a:gd name="connsiteX299" fmla="*/ 1700675 w 2853412"/>
              <a:gd name="connsiteY299" fmla="*/ 1411203 h 3998622"/>
              <a:gd name="connsiteX300" fmla="*/ 1726927 w 2853412"/>
              <a:gd name="connsiteY300" fmla="*/ 1279303 h 3998622"/>
              <a:gd name="connsiteX301" fmla="*/ 1739733 w 2853412"/>
              <a:gd name="connsiteY301" fmla="*/ 1209511 h 3998622"/>
              <a:gd name="connsiteX302" fmla="*/ 1750618 w 2853412"/>
              <a:gd name="connsiteY302" fmla="*/ 1137158 h 3998622"/>
              <a:gd name="connsiteX303" fmla="*/ 1771747 w 2853412"/>
              <a:gd name="connsiteY303" fmla="*/ 989891 h 3998622"/>
              <a:gd name="connsiteX304" fmla="*/ 1790316 w 2853412"/>
              <a:gd name="connsiteY304" fmla="*/ 841984 h 3998622"/>
              <a:gd name="connsiteX305" fmla="*/ 1799280 w 2853412"/>
              <a:gd name="connsiteY305" fmla="*/ 769631 h 3998622"/>
              <a:gd name="connsiteX306" fmla="*/ 1806963 w 2853412"/>
              <a:gd name="connsiteY306" fmla="*/ 698558 h 3998622"/>
              <a:gd name="connsiteX307" fmla="*/ 1821690 w 2853412"/>
              <a:gd name="connsiteY307" fmla="*/ 563457 h 3998622"/>
              <a:gd name="connsiteX308" fmla="*/ 1834496 w 2853412"/>
              <a:gd name="connsiteY308" fmla="*/ 442442 h 3998622"/>
              <a:gd name="connsiteX309" fmla="*/ 1844741 w 2853412"/>
              <a:gd name="connsiteY309" fmla="*/ 339995 h 3998622"/>
              <a:gd name="connsiteX310" fmla="*/ 1853705 w 2853412"/>
              <a:gd name="connsiteY310" fmla="*/ 260599 h 3998622"/>
              <a:gd name="connsiteX311" fmla="*/ 1863309 w 2853412"/>
              <a:gd name="connsiteY311" fmla="*/ 191447 h 3998622"/>
              <a:gd name="connsiteX312" fmla="*/ 1870993 w 2853412"/>
              <a:gd name="connsiteY312" fmla="*/ 260599 h 3998622"/>
              <a:gd name="connsiteX313" fmla="*/ 1877396 w 2853412"/>
              <a:gd name="connsiteY313" fmla="*/ 340635 h 3998622"/>
              <a:gd name="connsiteX314" fmla="*/ 1883158 w 2853412"/>
              <a:gd name="connsiteY314" fmla="*/ 444363 h 3998622"/>
              <a:gd name="connsiteX315" fmla="*/ 1885079 w 2853412"/>
              <a:gd name="connsiteY315" fmla="*/ 567299 h 3998622"/>
              <a:gd name="connsiteX316" fmla="*/ 1881878 w 2853412"/>
              <a:gd name="connsiteY316" fmla="*/ 704321 h 3998622"/>
              <a:gd name="connsiteX317" fmla="*/ 1872914 w 2853412"/>
              <a:gd name="connsiteY317" fmla="*/ 850948 h 3998622"/>
              <a:gd name="connsiteX318" fmla="*/ 1856266 w 2853412"/>
              <a:gd name="connsiteY318" fmla="*/ 1002057 h 3998622"/>
              <a:gd name="connsiteX319" fmla="*/ 1831935 w 2853412"/>
              <a:gd name="connsiteY319" fmla="*/ 1151885 h 3998622"/>
              <a:gd name="connsiteX320" fmla="*/ 1817208 w 2853412"/>
              <a:gd name="connsiteY320" fmla="*/ 1224878 h 3998622"/>
              <a:gd name="connsiteX321" fmla="*/ 1799920 w 2853412"/>
              <a:gd name="connsiteY321" fmla="*/ 1295951 h 3998622"/>
              <a:gd name="connsiteX322" fmla="*/ 1762143 w 2853412"/>
              <a:gd name="connsiteY322" fmla="*/ 1428491 h 3998622"/>
              <a:gd name="connsiteX323" fmla="*/ 1719244 w 2853412"/>
              <a:gd name="connsiteY323" fmla="*/ 1545024 h 3998622"/>
              <a:gd name="connsiteX324" fmla="*/ 1697474 w 2853412"/>
              <a:gd name="connsiteY324" fmla="*/ 1595607 h 3998622"/>
              <a:gd name="connsiteX325" fmla="*/ 1675704 w 2853412"/>
              <a:gd name="connsiteY325" fmla="*/ 1640428 h 3998622"/>
              <a:gd name="connsiteX326" fmla="*/ 1635365 w 2853412"/>
              <a:gd name="connsiteY326" fmla="*/ 1710860 h 3998622"/>
              <a:gd name="connsiteX327" fmla="*/ 2756516 w 2853412"/>
              <a:gd name="connsiteY327" fmla="*/ 501989 h 3998622"/>
              <a:gd name="connsiteX328" fmla="*/ 2754595 w 2853412"/>
              <a:gd name="connsiteY328" fmla="*/ 544888 h 3998622"/>
              <a:gd name="connsiteX329" fmla="*/ 2745631 w 2853412"/>
              <a:gd name="connsiteY329" fmla="*/ 599953 h 3998622"/>
              <a:gd name="connsiteX330" fmla="*/ 2698890 w 2853412"/>
              <a:gd name="connsiteY330" fmla="*/ 732494 h 3998622"/>
              <a:gd name="connsiteX331" fmla="*/ 2661753 w 2853412"/>
              <a:gd name="connsiteY331" fmla="*/ 802286 h 3998622"/>
              <a:gd name="connsiteX332" fmla="*/ 2618213 w 2853412"/>
              <a:gd name="connsiteY332" fmla="*/ 871437 h 3998622"/>
              <a:gd name="connsiteX333" fmla="*/ 2519608 w 2853412"/>
              <a:gd name="connsiteY333" fmla="*/ 997575 h 3998622"/>
              <a:gd name="connsiteX334" fmla="*/ 2422924 w 2853412"/>
              <a:gd name="connsiteY334" fmla="*/ 1098100 h 3998622"/>
              <a:gd name="connsiteX335" fmla="*/ 2349931 w 2853412"/>
              <a:gd name="connsiteY335" fmla="*/ 1164051 h 3998622"/>
              <a:gd name="connsiteX336" fmla="*/ 2321118 w 2853412"/>
              <a:gd name="connsiteY336" fmla="*/ 1187741 h 3998622"/>
              <a:gd name="connsiteX337" fmla="*/ 2347370 w 2853412"/>
              <a:gd name="connsiteY337" fmla="*/ 1161489 h 3998622"/>
              <a:gd name="connsiteX338" fmla="*/ 2415241 w 2853412"/>
              <a:gd name="connsiteY338" fmla="*/ 1090417 h 3998622"/>
              <a:gd name="connsiteX339" fmla="*/ 2506162 w 2853412"/>
              <a:gd name="connsiteY339" fmla="*/ 986049 h 3998622"/>
              <a:gd name="connsiteX340" fmla="*/ 2554824 w 2853412"/>
              <a:gd name="connsiteY340" fmla="*/ 925222 h 3998622"/>
              <a:gd name="connsiteX341" fmla="*/ 2602206 w 2853412"/>
              <a:gd name="connsiteY341" fmla="*/ 860552 h 3998622"/>
              <a:gd name="connsiteX342" fmla="*/ 2645746 w 2853412"/>
              <a:gd name="connsiteY342" fmla="*/ 793322 h 3998622"/>
              <a:gd name="connsiteX343" fmla="*/ 2683523 w 2853412"/>
              <a:gd name="connsiteY343" fmla="*/ 725451 h 3998622"/>
              <a:gd name="connsiteX344" fmla="*/ 2735387 w 2853412"/>
              <a:gd name="connsiteY344" fmla="*/ 598673 h 3998622"/>
              <a:gd name="connsiteX345" fmla="*/ 2748192 w 2853412"/>
              <a:gd name="connsiteY345" fmla="*/ 545529 h 3998622"/>
              <a:gd name="connsiteX346" fmla="*/ 2753955 w 2853412"/>
              <a:gd name="connsiteY346" fmla="*/ 503269 h 3998622"/>
              <a:gd name="connsiteX347" fmla="*/ 2755236 w 2853412"/>
              <a:gd name="connsiteY347" fmla="*/ 475737 h 3998622"/>
              <a:gd name="connsiteX348" fmla="*/ 2755236 w 2853412"/>
              <a:gd name="connsiteY348" fmla="*/ 466132 h 3998622"/>
              <a:gd name="connsiteX349" fmla="*/ 2755876 w 2853412"/>
              <a:gd name="connsiteY349" fmla="*/ 475737 h 3998622"/>
              <a:gd name="connsiteX350" fmla="*/ 2757157 w 2853412"/>
              <a:gd name="connsiteY350" fmla="*/ 503269 h 3998622"/>
              <a:gd name="connsiteX351" fmla="*/ 2565069 w 2853412"/>
              <a:gd name="connsiteY351" fmla="*/ 157512 h 3998622"/>
              <a:gd name="connsiteX352" fmla="*/ 2569551 w 2853412"/>
              <a:gd name="connsiteY352" fmla="*/ 157512 h 3998622"/>
              <a:gd name="connsiteX353" fmla="*/ 2560587 w 2853412"/>
              <a:gd name="connsiteY353" fmla="*/ 157512 h 3998622"/>
              <a:gd name="connsiteX354" fmla="*/ 2564429 w 2853412"/>
              <a:gd name="connsiteY354" fmla="*/ 157512 h 3998622"/>
              <a:gd name="connsiteX355" fmla="*/ 2356334 w 2853412"/>
              <a:gd name="connsiteY355" fmla="*/ 255476 h 3998622"/>
              <a:gd name="connsiteX356" fmla="*/ 2397953 w 2853412"/>
              <a:gd name="connsiteY356" fmla="*/ 222822 h 3998622"/>
              <a:gd name="connsiteX357" fmla="*/ 2428687 w 2853412"/>
              <a:gd name="connsiteY357" fmla="*/ 204893 h 3998622"/>
              <a:gd name="connsiteX358" fmla="*/ 2445975 w 2853412"/>
              <a:gd name="connsiteY358" fmla="*/ 195929 h 3998622"/>
              <a:gd name="connsiteX359" fmla="*/ 2464543 w 2853412"/>
              <a:gd name="connsiteY359" fmla="*/ 188246 h 3998622"/>
              <a:gd name="connsiteX360" fmla="*/ 2505522 w 2853412"/>
              <a:gd name="connsiteY360" fmla="*/ 175440 h 3998622"/>
              <a:gd name="connsiteX361" fmla="*/ 2549702 w 2853412"/>
              <a:gd name="connsiteY361" fmla="*/ 169677 h 3998622"/>
              <a:gd name="connsiteX362" fmla="*/ 2572112 w 2853412"/>
              <a:gd name="connsiteY362" fmla="*/ 169677 h 3998622"/>
              <a:gd name="connsiteX363" fmla="*/ 2594522 w 2853412"/>
              <a:gd name="connsiteY363" fmla="*/ 171598 h 3998622"/>
              <a:gd name="connsiteX364" fmla="*/ 2636782 w 2853412"/>
              <a:gd name="connsiteY364" fmla="*/ 181843 h 3998622"/>
              <a:gd name="connsiteX365" fmla="*/ 2673278 w 2853412"/>
              <a:gd name="connsiteY365" fmla="*/ 198490 h 3998622"/>
              <a:gd name="connsiteX366" fmla="*/ 2702732 w 2853412"/>
              <a:gd name="connsiteY366" fmla="*/ 218340 h 3998622"/>
              <a:gd name="connsiteX367" fmla="*/ 2725782 w 2853412"/>
              <a:gd name="connsiteY367" fmla="*/ 237548 h 3998622"/>
              <a:gd name="connsiteX368" fmla="*/ 2741149 w 2853412"/>
              <a:gd name="connsiteY368" fmla="*/ 254836 h 3998622"/>
              <a:gd name="connsiteX369" fmla="*/ 2753955 w 2853412"/>
              <a:gd name="connsiteY369" fmla="*/ 269563 h 3998622"/>
              <a:gd name="connsiteX370" fmla="*/ 2737948 w 2853412"/>
              <a:gd name="connsiteY370" fmla="*/ 257397 h 3998622"/>
              <a:gd name="connsiteX371" fmla="*/ 2720020 w 2853412"/>
              <a:gd name="connsiteY371" fmla="*/ 243311 h 3998622"/>
              <a:gd name="connsiteX372" fmla="*/ 2695688 w 2853412"/>
              <a:gd name="connsiteY372" fmla="*/ 227944 h 3998622"/>
              <a:gd name="connsiteX373" fmla="*/ 2665595 w 2853412"/>
              <a:gd name="connsiteY373" fmla="*/ 212577 h 3998622"/>
              <a:gd name="connsiteX374" fmla="*/ 2630379 w 2853412"/>
              <a:gd name="connsiteY374" fmla="*/ 199771 h 3998622"/>
              <a:gd name="connsiteX375" fmla="*/ 2611170 w 2853412"/>
              <a:gd name="connsiteY375" fmla="*/ 194649 h 3998622"/>
              <a:gd name="connsiteX376" fmla="*/ 2591321 w 2853412"/>
              <a:gd name="connsiteY376" fmla="*/ 192088 h 3998622"/>
              <a:gd name="connsiteX377" fmla="*/ 2570832 w 2853412"/>
              <a:gd name="connsiteY377" fmla="*/ 190167 h 3998622"/>
              <a:gd name="connsiteX378" fmla="*/ 2550342 w 2853412"/>
              <a:gd name="connsiteY378" fmla="*/ 190167 h 3998622"/>
              <a:gd name="connsiteX379" fmla="*/ 2509364 w 2853412"/>
              <a:gd name="connsiteY379" fmla="*/ 195289 h 3998622"/>
              <a:gd name="connsiteX380" fmla="*/ 2470306 w 2853412"/>
              <a:gd name="connsiteY380" fmla="*/ 205534 h 3998622"/>
              <a:gd name="connsiteX381" fmla="*/ 2451737 w 2853412"/>
              <a:gd name="connsiteY381" fmla="*/ 211937 h 3998622"/>
              <a:gd name="connsiteX382" fmla="*/ 2434450 w 2853412"/>
              <a:gd name="connsiteY382" fmla="*/ 218980 h 3998622"/>
              <a:gd name="connsiteX383" fmla="*/ 2403075 w 2853412"/>
              <a:gd name="connsiteY383" fmla="*/ 233066 h 3998622"/>
              <a:gd name="connsiteX384" fmla="*/ 2358255 w 2853412"/>
              <a:gd name="connsiteY384" fmla="*/ 258678 h 3998622"/>
              <a:gd name="connsiteX385" fmla="*/ 2341607 w 2853412"/>
              <a:gd name="connsiteY385" fmla="*/ 269563 h 3998622"/>
              <a:gd name="connsiteX386" fmla="*/ 2355694 w 2853412"/>
              <a:gd name="connsiteY386" fmla="*/ 255476 h 3998622"/>
              <a:gd name="connsiteX387" fmla="*/ 2321758 w 2853412"/>
              <a:gd name="connsiteY387" fmla="*/ 722889 h 3998622"/>
              <a:gd name="connsiteX388" fmla="*/ 2347370 w 2853412"/>
              <a:gd name="connsiteY388" fmla="*/ 725451 h 3998622"/>
              <a:gd name="connsiteX389" fmla="*/ 2355053 w 2853412"/>
              <a:gd name="connsiteY389" fmla="*/ 725451 h 3998622"/>
              <a:gd name="connsiteX390" fmla="*/ 2355053 w 2853412"/>
              <a:gd name="connsiteY390" fmla="*/ 725451 h 3998622"/>
              <a:gd name="connsiteX391" fmla="*/ 2355053 w 2853412"/>
              <a:gd name="connsiteY391" fmla="*/ 725451 h 3998622"/>
              <a:gd name="connsiteX392" fmla="*/ 2367219 w 2853412"/>
              <a:gd name="connsiteY392" fmla="*/ 722889 h 3998622"/>
              <a:gd name="connsiteX393" fmla="*/ 2399874 w 2853412"/>
              <a:gd name="connsiteY393" fmla="*/ 713925 h 3998622"/>
              <a:gd name="connsiteX394" fmla="*/ 2377464 w 2853412"/>
              <a:gd name="connsiteY394" fmla="*/ 688314 h 3998622"/>
              <a:gd name="connsiteX395" fmla="*/ 2373622 w 2853412"/>
              <a:gd name="connsiteY395" fmla="*/ 683191 h 3998622"/>
              <a:gd name="connsiteX396" fmla="*/ 2373622 w 2853412"/>
              <a:gd name="connsiteY396" fmla="*/ 683191 h 3998622"/>
              <a:gd name="connsiteX397" fmla="*/ 2373622 w 2853412"/>
              <a:gd name="connsiteY397" fmla="*/ 682551 h 3998622"/>
              <a:gd name="connsiteX398" fmla="*/ 2360176 w 2853412"/>
              <a:gd name="connsiteY398" fmla="*/ 663342 h 3998622"/>
              <a:gd name="connsiteX399" fmla="*/ 2324960 w 2853412"/>
              <a:gd name="connsiteY399" fmla="*/ 598033 h 3998622"/>
              <a:gd name="connsiteX400" fmla="*/ 2312794 w 2853412"/>
              <a:gd name="connsiteY400" fmla="*/ 493025 h 3998622"/>
              <a:gd name="connsiteX401" fmla="*/ 2318557 w 2853412"/>
              <a:gd name="connsiteY401" fmla="*/ 457809 h 3998622"/>
              <a:gd name="connsiteX402" fmla="*/ 2318557 w 2853412"/>
              <a:gd name="connsiteY402" fmla="*/ 456528 h 3998622"/>
              <a:gd name="connsiteX403" fmla="*/ 2327521 w 2853412"/>
              <a:gd name="connsiteY403" fmla="*/ 425154 h 3998622"/>
              <a:gd name="connsiteX404" fmla="*/ 2327521 w 2853412"/>
              <a:gd name="connsiteY404" fmla="*/ 425154 h 3998622"/>
              <a:gd name="connsiteX405" fmla="*/ 2327521 w 2853412"/>
              <a:gd name="connsiteY405" fmla="*/ 424513 h 3998622"/>
              <a:gd name="connsiteX406" fmla="*/ 2365298 w 2853412"/>
              <a:gd name="connsiteY406" fmla="*/ 366247 h 3998622"/>
              <a:gd name="connsiteX407" fmla="*/ 2513205 w 2853412"/>
              <a:gd name="connsiteY407" fmla="*/ 282369 h 3998622"/>
              <a:gd name="connsiteX408" fmla="*/ 2558026 w 2853412"/>
              <a:gd name="connsiteY408" fmla="*/ 277246 h 3998622"/>
              <a:gd name="connsiteX409" fmla="*/ 2596443 w 2853412"/>
              <a:gd name="connsiteY409" fmla="*/ 281728 h 3998622"/>
              <a:gd name="connsiteX410" fmla="*/ 2659832 w 2853412"/>
              <a:gd name="connsiteY410" fmla="*/ 322067 h 3998622"/>
              <a:gd name="connsiteX411" fmla="*/ 2706574 w 2853412"/>
              <a:gd name="connsiteY411" fmla="*/ 516075 h 3998622"/>
              <a:gd name="connsiteX412" fmla="*/ 2635501 w 2853412"/>
              <a:gd name="connsiteY412" fmla="*/ 730573 h 3998622"/>
              <a:gd name="connsiteX413" fmla="*/ 2490155 w 2853412"/>
              <a:gd name="connsiteY413" fmla="*/ 933545 h 3998622"/>
              <a:gd name="connsiteX414" fmla="*/ 2322398 w 2853412"/>
              <a:gd name="connsiteY414" fmla="*/ 1117949 h 3998622"/>
              <a:gd name="connsiteX415" fmla="*/ 2155922 w 2853412"/>
              <a:gd name="connsiteY415" fmla="*/ 1286346 h 3998622"/>
              <a:gd name="connsiteX416" fmla="*/ 2146318 w 2853412"/>
              <a:gd name="connsiteY416" fmla="*/ 1295951 h 3998622"/>
              <a:gd name="connsiteX417" fmla="*/ 2276297 w 2853412"/>
              <a:gd name="connsiteY417" fmla="*/ 703681 h 3998622"/>
              <a:gd name="connsiteX418" fmla="*/ 2320478 w 2853412"/>
              <a:gd name="connsiteY418" fmla="*/ 722249 h 3998622"/>
              <a:gd name="connsiteX419" fmla="*/ 2346730 w 2853412"/>
              <a:gd name="connsiteY419" fmla="*/ 704321 h 3998622"/>
              <a:gd name="connsiteX420" fmla="*/ 2348010 w 2853412"/>
              <a:gd name="connsiteY420" fmla="*/ 704321 h 3998622"/>
              <a:gd name="connsiteX421" fmla="*/ 2348010 w 2853412"/>
              <a:gd name="connsiteY421" fmla="*/ 704321 h 3998622"/>
              <a:gd name="connsiteX422" fmla="*/ 2346730 w 2853412"/>
              <a:gd name="connsiteY422" fmla="*/ 704321 h 3998622"/>
              <a:gd name="connsiteX423" fmla="*/ 2007375 w 2853412"/>
              <a:gd name="connsiteY423" fmla="*/ 1469470 h 3998622"/>
              <a:gd name="connsiteX424" fmla="*/ 2079088 w 2853412"/>
              <a:gd name="connsiteY424" fmla="*/ 1325404 h 3998622"/>
              <a:gd name="connsiteX425" fmla="*/ 2144397 w 2853412"/>
              <a:gd name="connsiteY425" fmla="*/ 1107705 h 3998622"/>
              <a:gd name="connsiteX426" fmla="*/ 2189858 w 2853412"/>
              <a:gd name="connsiteY426" fmla="*/ 850308 h 3998622"/>
              <a:gd name="connsiteX427" fmla="*/ 2221873 w 2853412"/>
              <a:gd name="connsiteY427" fmla="*/ 590349 h 3998622"/>
              <a:gd name="connsiteX428" fmla="*/ 2234679 w 2853412"/>
              <a:gd name="connsiteY428" fmla="*/ 470614 h 3998622"/>
              <a:gd name="connsiteX429" fmla="*/ 2238520 w 2853412"/>
              <a:gd name="connsiteY429" fmla="*/ 414909 h 3998622"/>
              <a:gd name="connsiteX430" fmla="*/ 2238520 w 2853412"/>
              <a:gd name="connsiteY430" fmla="*/ 363045 h 3998622"/>
              <a:gd name="connsiteX431" fmla="*/ 2230837 w 2853412"/>
              <a:gd name="connsiteY431" fmla="*/ 272764 h 3998622"/>
              <a:gd name="connsiteX432" fmla="*/ 2212268 w 2853412"/>
              <a:gd name="connsiteY432" fmla="*/ 205534 h 3998622"/>
              <a:gd name="connsiteX433" fmla="*/ 2187937 w 2853412"/>
              <a:gd name="connsiteY433" fmla="*/ 167756 h 3998622"/>
              <a:gd name="connsiteX434" fmla="*/ 2175131 w 2853412"/>
              <a:gd name="connsiteY434" fmla="*/ 158152 h 3998622"/>
              <a:gd name="connsiteX435" fmla="*/ 2188577 w 2853412"/>
              <a:gd name="connsiteY435" fmla="*/ 166476 h 3998622"/>
              <a:gd name="connsiteX436" fmla="*/ 2215470 w 2853412"/>
              <a:gd name="connsiteY436" fmla="*/ 202973 h 3998622"/>
              <a:gd name="connsiteX437" fmla="*/ 2238520 w 2853412"/>
              <a:gd name="connsiteY437" fmla="*/ 270203 h 3998622"/>
              <a:gd name="connsiteX438" fmla="*/ 2250045 w 2853412"/>
              <a:gd name="connsiteY438" fmla="*/ 361765 h 3998622"/>
              <a:gd name="connsiteX439" fmla="*/ 2251326 w 2853412"/>
              <a:gd name="connsiteY439" fmla="*/ 414269 h 3998622"/>
              <a:gd name="connsiteX440" fmla="*/ 2249405 w 2853412"/>
              <a:gd name="connsiteY440" fmla="*/ 470614 h 3998622"/>
              <a:gd name="connsiteX441" fmla="*/ 2245563 w 2853412"/>
              <a:gd name="connsiteY441" fmla="*/ 529521 h 3998622"/>
              <a:gd name="connsiteX442" fmla="*/ 2239801 w 2853412"/>
              <a:gd name="connsiteY442" fmla="*/ 590989 h 3998622"/>
              <a:gd name="connsiteX443" fmla="*/ 2210347 w 2853412"/>
              <a:gd name="connsiteY443" fmla="*/ 852228 h 3998622"/>
              <a:gd name="connsiteX444" fmla="*/ 2161685 w 2853412"/>
              <a:gd name="connsiteY444" fmla="*/ 1110906 h 3998622"/>
              <a:gd name="connsiteX445" fmla="*/ 2089332 w 2853412"/>
              <a:gd name="connsiteY445" fmla="*/ 1329246 h 3998622"/>
              <a:gd name="connsiteX446" fmla="*/ 2010576 w 2853412"/>
              <a:gd name="connsiteY446" fmla="*/ 1471391 h 3998622"/>
              <a:gd name="connsiteX447" fmla="*/ 1982403 w 2853412"/>
              <a:gd name="connsiteY447" fmla="*/ 1507247 h 3998622"/>
              <a:gd name="connsiteX448" fmla="*/ 1972159 w 2853412"/>
              <a:gd name="connsiteY448" fmla="*/ 1519412 h 3998622"/>
              <a:gd name="connsiteX449" fmla="*/ 1981763 w 2853412"/>
              <a:gd name="connsiteY449" fmla="*/ 1506607 h 3998622"/>
              <a:gd name="connsiteX450" fmla="*/ 2007375 w 2853412"/>
              <a:gd name="connsiteY450" fmla="*/ 1469470 h 3998622"/>
              <a:gd name="connsiteX451" fmla="*/ 552632 w 2853412"/>
              <a:gd name="connsiteY451" fmla="*/ 640292 h 3998622"/>
              <a:gd name="connsiteX452" fmla="*/ 560315 w 2853412"/>
              <a:gd name="connsiteY452" fmla="*/ 621083 h 3998622"/>
              <a:gd name="connsiteX453" fmla="*/ 567359 w 2853412"/>
              <a:gd name="connsiteY453" fmla="*/ 599313 h 3998622"/>
              <a:gd name="connsiteX454" fmla="*/ 573121 w 2853412"/>
              <a:gd name="connsiteY454" fmla="*/ 575622 h 3998622"/>
              <a:gd name="connsiteX455" fmla="*/ 576963 w 2853412"/>
              <a:gd name="connsiteY455" fmla="*/ 550651 h 3998622"/>
              <a:gd name="connsiteX456" fmla="*/ 578884 w 2853412"/>
              <a:gd name="connsiteY456" fmla="*/ 525039 h 3998622"/>
              <a:gd name="connsiteX457" fmla="*/ 578884 w 2853412"/>
              <a:gd name="connsiteY457" fmla="*/ 500068 h 3998622"/>
              <a:gd name="connsiteX458" fmla="*/ 575682 w 2853412"/>
              <a:gd name="connsiteY458" fmla="*/ 455247 h 3998622"/>
              <a:gd name="connsiteX459" fmla="*/ 569279 w 2853412"/>
              <a:gd name="connsiteY459" fmla="*/ 411067 h 3998622"/>
              <a:gd name="connsiteX460" fmla="*/ 587208 w 2853412"/>
              <a:gd name="connsiteY460" fmla="*/ 452686 h 3998622"/>
              <a:gd name="connsiteX461" fmla="*/ 596812 w 2853412"/>
              <a:gd name="connsiteY461" fmla="*/ 498147 h 3998622"/>
              <a:gd name="connsiteX462" fmla="*/ 598733 w 2853412"/>
              <a:gd name="connsiteY462" fmla="*/ 524399 h 3998622"/>
              <a:gd name="connsiteX463" fmla="*/ 597452 w 2853412"/>
              <a:gd name="connsiteY463" fmla="*/ 551932 h 3998622"/>
              <a:gd name="connsiteX464" fmla="*/ 585287 w 2853412"/>
              <a:gd name="connsiteY464" fmla="*/ 605076 h 3998622"/>
              <a:gd name="connsiteX465" fmla="*/ 580805 w 2853412"/>
              <a:gd name="connsiteY465" fmla="*/ 617241 h 3998622"/>
              <a:gd name="connsiteX466" fmla="*/ 575042 w 2853412"/>
              <a:gd name="connsiteY466" fmla="*/ 628126 h 3998622"/>
              <a:gd name="connsiteX467" fmla="*/ 563517 w 2853412"/>
              <a:gd name="connsiteY467" fmla="*/ 647335 h 3998622"/>
              <a:gd name="connsiteX468" fmla="*/ 551992 w 2853412"/>
              <a:gd name="connsiteY468" fmla="*/ 662062 h 3998622"/>
              <a:gd name="connsiteX469" fmla="*/ 541747 w 2853412"/>
              <a:gd name="connsiteY469" fmla="*/ 672306 h 3998622"/>
              <a:gd name="connsiteX470" fmla="*/ 532783 w 2853412"/>
              <a:gd name="connsiteY470" fmla="*/ 680630 h 3998622"/>
              <a:gd name="connsiteX471" fmla="*/ 538545 w 2853412"/>
              <a:gd name="connsiteY471" fmla="*/ 669745 h 3998622"/>
              <a:gd name="connsiteX472" fmla="*/ 545589 w 2853412"/>
              <a:gd name="connsiteY472" fmla="*/ 657580 h 3998622"/>
              <a:gd name="connsiteX473" fmla="*/ 553272 w 2853412"/>
              <a:gd name="connsiteY473" fmla="*/ 641572 h 3998622"/>
              <a:gd name="connsiteX474" fmla="*/ 288832 w 2853412"/>
              <a:gd name="connsiteY474" fmla="*/ 157512 h 3998622"/>
              <a:gd name="connsiteX475" fmla="*/ 292673 w 2853412"/>
              <a:gd name="connsiteY475" fmla="*/ 157512 h 3998622"/>
              <a:gd name="connsiteX476" fmla="*/ 283709 w 2853412"/>
              <a:gd name="connsiteY476" fmla="*/ 157512 h 3998622"/>
              <a:gd name="connsiteX477" fmla="*/ 288191 w 2853412"/>
              <a:gd name="connsiteY477" fmla="*/ 157512 h 3998622"/>
              <a:gd name="connsiteX478" fmla="*/ 145406 w 2853412"/>
              <a:gd name="connsiteY478" fmla="*/ 813171 h 3998622"/>
              <a:gd name="connsiteX479" fmla="*/ 125557 w 2853412"/>
              <a:gd name="connsiteY479" fmla="*/ 787559 h 3998622"/>
              <a:gd name="connsiteX480" fmla="*/ 75614 w 2853412"/>
              <a:gd name="connsiteY480" fmla="*/ 682551 h 3998622"/>
              <a:gd name="connsiteX481" fmla="*/ 42960 w 2853412"/>
              <a:gd name="connsiteY481" fmla="*/ 520557 h 3998622"/>
              <a:gd name="connsiteX482" fmla="*/ 44240 w 2853412"/>
              <a:gd name="connsiteY482" fmla="*/ 426434 h 3998622"/>
              <a:gd name="connsiteX483" fmla="*/ 65370 w 2853412"/>
              <a:gd name="connsiteY483" fmla="*/ 329750 h 3998622"/>
              <a:gd name="connsiteX484" fmla="*/ 117874 w 2853412"/>
              <a:gd name="connsiteY484" fmla="*/ 242671 h 3998622"/>
              <a:gd name="connsiteX485" fmla="*/ 200471 w 2853412"/>
              <a:gd name="connsiteY485" fmla="*/ 188246 h 3998622"/>
              <a:gd name="connsiteX486" fmla="*/ 290753 w 2853412"/>
              <a:gd name="connsiteY486" fmla="*/ 174159 h 3998622"/>
              <a:gd name="connsiteX487" fmla="*/ 369508 w 2853412"/>
              <a:gd name="connsiteY487" fmla="*/ 188886 h 3998622"/>
              <a:gd name="connsiteX488" fmla="*/ 473236 w 2853412"/>
              <a:gd name="connsiteY488" fmla="*/ 242030 h 3998622"/>
              <a:gd name="connsiteX489" fmla="*/ 498207 w 2853412"/>
              <a:gd name="connsiteY489" fmla="*/ 262520 h 3998622"/>
              <a:gd name="connsiteX490" fmla="*/ 505891 w 2853412"/>
              <a:gd name="connsiteY490" fmla="*/ 270843 h 3998622"/>
              <a:gd name="connsiteX491" fmla="*/ 496926 w 2853412"/>
              <a:gd name="connsiteY491" fmla="*/ 263800 h 3998622"/>
              <a:gd name="connsiteX492" fmla="*/ 468754 w 2853412"/>
              <a:gd name="connsiteY492" fmla="*/ 248433 h 3998622"/>
              <a:gd name="connsiteX493" fmla="*/ 363105 w 2853412"/>
              <a:gd name="connsiteY493" fmla="*/ 211296 h 3998622"/>
              <a:gd name="connsiteX494" fmla="*/ 290753 w 2853412"/>
              <a:gd name="connsiteY494" fmla="*/ 204893 h 3998622"/>
              <a:gd name="connsiteX495" fmla="*/ 214558 w 2853412"/>
              <a:gd name="connsiteY495" fmla="*/ 222181 h 3998622"/>
              <a:gd name="connsiteX496" fmla="*/ 147967 w 2853412"/>
              <a:gd name="connsiteY496" fmla="*/ 269563 h 3998622"/>
              <a:gd name="connsiteX497" fmla="*/ 105068 w 2853412"/>
              <a:gd name="connsiteY497" fmla="*/ 343837 h 3998622"/>
              <a:gd name="connsiteX498" fmla="*/ 84579 w 2853412"/>
              <a:gd name="connsiteY498" fmla="*/ 430276 h 3998622"/>
              <a:gd name="connsiteX499" fmla="*/ 79456 w 2853412"/>
              <a:gd name="connsiteY499" fmla="*/ 517996 h 3998622"/>
              <a:gd name="connsiteX500" fmla="*/ 98025 w 2853412"/>
              <a:gd name="connsiteY500" fmla="*/ 674868 h 3998622"/>
              <a:gd name="connsiteX501" fmla="*/ 131960 w 2853412"/>
              <a:gd name="connsiteY501" fmla="*/ 782437 h 3998622"/>
              <a:gd name="connsiteX502" fmla="*/ 151809 w 2853412"/>
              <a:gd name="connsiteY502" fmla="*/ 820854 h 3998622"/>
              <a:gd name="connsiteX503" fmla="*/ 144126 w 2853412"/>
              <a:gd name="connsiteY503" fmla="*/ 812530 h 3998622"/>
              <a:gd name="connsiteX504" fmla="*/ 697338 w 2853412"/>
              <a:gd name="connsiteY504" fmla="*/ 1286346 h 3998622"/>
              <a:gd name="connsiteX505" fmla="*/ 530862 w 2853412"/>
              <a:gd name="connsiteY505" fmla="*/ 1117949 h 3998622"/>
              <a:gd name="connsiteX506" fmla="*/ 363105 w 2853412"/>
              <a:gd name="connsiteY506" fmla="*/ 933545 h 3998622"/>
              <a:gd name="connsiteX507" fmla="*/ 217759 w 2853412"/>
              <a:gd name="connsiteY507" fmla="*/ 730573 h 3998622"/>
              <a:gd name="connsiteX508" fmla="*/ 146687 w 2853412"/>
              <a:gd name="connsiteY508" fmla="*/ 516075 h 3998622"/>
              <a:gd name="connsiteX509" fmla="*/ 193428 w 2853412"/>
              <a:gd name="connsiteY509" fmla="*/ 322067 h 3998622"/>
              <a:gd name="connsiteX510" fmla="*/ 256177 w 2853412"/>
              <a:gd name="connsiteY510" fmla="*/ 281728 h 3998622"/>
              <a:gd name="connsiteX511" fmla="*/ 294594 w 2853412"/>
              <a:gd name="connsiteY511" fmla="*/ 277246 h 3998622"/>
              <a:gd name="connsiteX512" fmla="*/ 339415 w 2853412"/>
              <a:gd name="connsiteY512" fmla="*/ 282369 h 3998622"/>
              <a:gd name="connsiteX513" fmla="*/ 487322 w 2853412"/>
              <a:gd name="connsiteY513" fmla="*/ 366247 h 3998622"/>
              <a:gd name="connsiteX514" fmla="*/ 525099 w 2853412"/>
              <a:gd name="connsiteY514" fmla="*/ 424513 h 3998622"/>
              <a:gd name="connsiteX515" fmla="*/ 525099 w 2853412"/>
              <a:gd name="connsiteY515" fmla="*/ 424513 h 3998622"/>
              <a:gd name="connsiteX516" fmla="*/ 525099 w 2853412"/>
              <a:gd name="connsiteY516" fmla="*/ 425154 h 3998622"/>
              <a:gd name="connsiteX517" fmla="*/ 534063 w 2853412"/>
              <a:gd name="connsiteY517" fmla="*/ 456528 h 3998622"/>
              <a:gd name="connsiteX518" fmla="*/ 534063 w 2853412"/>
              <a:gd name="connsiteY518" fmla="*/ 457809 h 3998622"/>
              <a:gd name="connsiteX519" fmla="*/ 540466 w 2853412"/>
              <a:gd name="connsiteY519" fmla="*/ 492384 h 3998622"/>
              <a:gd name="connsiteX520" fmla="*/ 528301 w 2853412"/>
              <a:gd name="connsiteY520" fmla="*/ 597392 h 3998622"/>
              <a:gd name="connsiteX521" fmla="*/ 493085 w 2853412"/>
              <a:gd name="connsiteY521" fmla="*/ 663342 h 3998622"/>
              <a:gd name="connsiteX522" fmla="*/ 479639 w 2853412"/>
              <a:gd name="connsiteY522" fmla="*/ 682551 h 3998622"/>
              <a:gd name="connsiteX523" fmla="*/ 479639 w 2853412"/>
              <a:gd name="connsiteY523" fmla="*/ 682551 h 3998622"/>
              <a:gd name="connsiteX524" fmla="*/ 479639 w 2853412"/>
              <a:gd name="connsiteY524" fmla="*/ 683191 h 3998622"/>
              <a:gd name="connsiteX525" fmla="*/ 475797 w 2853412"/>
              <a:gd name="connsiteY525" fmla="*/ 688314 h 3998622"/>
              <a:gd name="connsiteX526" fmla="*/ 454667 w 2853412"/>
              <a:gd name="connsiteY526" fmla="*/ 713285 h 3998622"/>
              <a:gd name="connsiteX527" fmla="*/ 486042 w 2853412"/>
              <a:gd name="connsiteY527" fmla="*/ 722249 h 3998622"/>
              <a:gd name="connsiteX528" fmla="*/ 498207 w 2853412"/>
              <a:gd name="connsiteY528" fmla="*/ 724810 h 3998622"/>
              <a:gd name="connsiteX529" fmla="*/ 498207 w 2853412"/>
              <a:gd name="connsiteY529" fmla="*/ 724810 h 3998622"/>
              <a:gd name="connsiteX530" fmla="*/ 498207 w 2853412"/>
              <a:gd name="connsiteY530" fmla="*/ 724810 h 3998622"/>
              <a:gd name="connsiteX531" fmla="*/ 505891 w 2853412"/>
              <a:gd name="connsiteY531" fmla="*/ 724810 h 3998622"/>
              <a:gd name="connsiteX532" fmla="*/ 531502 w 2853412"/>
              <a:gd name="connsiteY532" fmla="*/ 722249 h 3998622"/>
              <a:gd name="connsiteX533" fmla="*/ 595531 w 2853412"/>
              <a:gd name="connsiteY533" fmla="*/ 688314 h 3998622"/>
              <a:gd name="connsiteX534" fmla="*/ 740878 w 2853412"/>
              <a:gd name="connsiteY534" fmla="*/ 1330526 h 3998622"/>
              <a:gd name="connsiteX535" fmla="*/ 696057 w 2853412"/>
              <a:gd name="connsiteY535" fmla="*/ 1286346 h 3998622"/>
              <a:gd name="connsiteX536" fmla="*/ 507811 w 2853412"/>
              <a:gd name="connsiteY536" fmla="*/ 704321 h 3998622"/>
              <a:gd name="connsiteX537" fmla="*/ 506531 w 2853412"/>
              <a:gd name="connsiteY537" fmla="*/ 704321 h 3998622"/>
              <a:gd name="connsiteX538" fmla="*/ 506531 w 2853412"/>
              <a:gd name="connsiteY538" fmla="*/ 704321 h 3998622"/>
              <a:gd name="connsiteX539" fmla="*/ 507811 w 2853412"/>
              <a:gd name="connsiteY539" fmla="*/ 704321 h 3998622"/>
              <a:gd name="connsiteX540" fmla="*/ 849727 w 2853412"/>
              <a:gd name="connsiteY540" fmla="*/ 1407361 h 3998622"/>
              <a:gd name="connsiteX541" fmla="*/ 658920 w 2853412"/>
              <a:gd name="connsiteY541" fmla="*/ 313743 h 3998622"/>
              <a:gd name="connsiteX542" fmla="*/ 738316 w 2853412"/>
              <a:gd name="connsiteY542" fmla="*/ 176721 h 3998622"/>
              <a:gd name="connsiteX543" fmla="*/ 734475 w 2853412"/>
              <a:gd name="connsiteY543" fmla="*/ 178641 h 3998622"/>
              <a:gd name="connsiteX544" fmla="*/ 746000 w 2853412"/>
              <a:gd name="connsiteY544" fmla="*/ 170318 h 3998622"/>
              <a:gd name="connsiteX545" fmla="*/ 780576 w 2853412"/>
              <a:gd name="connsiteY545" fmla="*/ 150469 h 3998622"/>
              <a:gd name="connsiteX546" fmla="*/ 915677 w 2853412"/>
              <a:gd name="connsiteY546" fmla="*/ 102447 h 3998622"/>
              <a:gd name="connsiteX547" fmla="*/ 1009800 w 2853412"/>
              <a:gd name="connsiteY547" fmla="*/ 83878 h 3998622"/>
              <a:gd name="connsiteX548" fmla="*/ 1116089 w 2853412"/>
              <a:gd name="connsiteY548" fmla="*/ 72993 h 3998622"/>
              <a:gd name="connsiteX549" fmla="*/ 1229420 w 2853412"/>
              <a:gd name="connsiteY549" fmla="*/ 68511 h 3998622"/>
              <a:gd name="connsiteX550" fmla="*/ 1346594 w 2853412"/>
              <a:gd name="connsiteY550" fmla="*/ 66590 h 3998622"/>
              <a:gd name="connsiteX551" fmla="*/ 1437515 w 2853412"/>
              <a:gd name="connsiteY551" fmla="*/ 67231 h 3998622"/>
              <a:gd name="connsiteX552" fmla="*/ 1463767 w 2853412"/>
              <a:gd name="connsiteY552" fmla="*/ 67231 h 3998622"/>
              <a:gd name="connsiteX553" fmla="*/ 1577099 w 2853412"/>
              <a:gd name="connsiteY553" fmla="*/ 71713 h 3998622"/>
              <a:gd name="connsiteX554" fmla="*/ 1777510 w 2853412"/>
              <a:gd name="connsiteY554" fmla="*/ 88360 h 3998622"/>
              <a:gd name="connsiteX555" fmla="*/ 1918374 w 2853412"/>
              <a:gd name="connsiteY555" fmla="*/ 106929 h 3998622"/>
              <a:gd name="connsiteX556" fmla="*/ 1971519 w 2853412"/>
              <a:gd name="connsiteY556" fmla="*/ 115253 h 3998622"/>
              <a:gd name="connsiteX557" fmla="*/ 1917734 w 2853412"/>
              <a:gd name="connsiteY557" fmla="*/ 115253 h 3998622"/>
              <a:gd name="connsiteX558" fmla="*/ 1775589 w 2853412"/>
              <a:gd name="connsiteY558" fmla="*/ 112691 h 3998622"/>
              <a:gd name="connsiteX559" fmla="*/ 1575178 w 2853412"/>
              <a:gd name="connsiteY559" fmla="*/ 109490 h 3998622"/>
              <a:gd name="connsiteX560" fmla="*/ 1462487 w 2853412"/>
              <a:gd name="connsiteY560" fmla="*/ 108850 h 3998622"/>
              <a:gd name="connsiteX561" fmla="*/ 1436875 w 2853412"/>
              <a:gd name="connsiteY561" fmla="*/ 108850 h 3998622"/>
              <a:gd name="connsiteX562" fmla="*/ 1345953 w 2853412"/>
              <a:gd name="connsiteY562" fmla="*/ 108850 h 3998622"/>
              <a:gd name="connsiteX563" fmla="*/ 1322903 w 2853412"/>
              <a:gd name="connsiteY563" fmla="*/ 108850 h 3998622"/>
              <a:gd name="connsiteX564" fmla="*/ 1084714 w 2853412"/>
              <a:gd name="connsiteY564" fmla="*/ 1635946 h 3998622"/>
              <a:gd name="connsiteX565" fmla="*/ 1209571 w 2853412"/>
              <a:gd name="connsiteY565" fmla="*/ 108850 h 3998622"/>
              <a:gd name="connsiteX566" fmla="*/ 1131456 w 2853412"/>
              <a:gd name="connsiteY566" fmla="*/ 108850 h 3998622"/>
              <a:gd name="connsiteX567" fmla="*/ 1013642 w 2853412"/>
              <a:gd name="connsiteY567" fmla="*/ 1564873 h 3998622"/>
              <a:gd name="connsiteX568" fmla="*/ 848447 w 2853412"/>
              <a:gd name="connsiteY568" fmla="*/ 1406721 h 3998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</a:cxnLst>
            <a:rect l="l" t="t" r="r" b="b"/>
            <a:pathLst>
              <a:path w="2853412" h="3998622">
                <a:moveTo>
                  <a:pt x="974584" y="1755680"/>
                </a:moveTo>
                <a:cubicBezTo>
                  <a:pt x="994433" y="1777450"/>
                  <a:pt x="1010440" y="1798580"/>
                  <a:pt x="1023887" y="1820990"/>
                </a:cubicBezTo>
                <a:cubicBezTo>
                  <a:pt x="1030290" y="1831235"/>
                  <a:pt x="1032851" y="1836357"/>
                  <a:pt x="1033491" y="1838918"/>
                </a:cubicBezTo>
                <a:lnTo>
                  <a:pt x="1037333" y="1847242"/>
                </a:lnTo>
                <a:lnTo>
                  <a:pt x="1057822" y="1893983"/>
                </a:lnTo>
                <a:lnTo>
                  <a:pt x="1076391" y="1846602"/>
                </a:lnTo>
                <a:cubicBezTo>
                  <a:pt x="1076391" y="1846602"/>
                  <a:pt x="1078311" y="1842120"/>
                  <a:pt x="1079592" y="1835717"/>
                </a:cubicBezTo>
                <a:cubicBezTo>
                  <a:pt x="1080873" y="1828673"/>
                  <a:pt x="1083434" y="1817788"/>
                  <a:pt x="1082153" y="1804342"/>
                </a:cubicBezTo>
                <a:cubicBezTo>
                  <a:pt x="1082153" y="1798580"/>
                  <a:pt x="1081513" y="1792177"/>
                  <a:pt x="1080232" y="1785774"/>
                </a:cubicBezTo>
                <a:cubicBezTo>
                  <a:pt x="1102002" y="1803062"/>
                  <a:pt x="1123132" y="1818429"/>
                  <a:pt x="1142981" y="1833155"/>
                </a:cubicBezTo>
                <a:cubicBezTo>
                  <a:pt x="1250550" y="1912552"/>
                  <a:pt x="1304334" y="1952250"/>
                  <a:pt x="1267198" y="2066222"/>
                </a:cubicBezTo>
                <a:cubicBezTo>
                  <a:pt x="1267198" y="2067502"/>
                  <a:pt x="1267198" y="2068142"/>
                  <a:pt x="1266557" y="2069423"/>
                </a:cubicBezTo>
                <a:cubicBezTo>
                  <a:pt x="1235183" y="2169309"/>
                  <a:pt x="1247348" y="2289043"/>
                  <a:pt x="1259514" y="2404936"/>
                </a:cubicBezTo>
                <a:cubicBezTo>
                  <a:pt x="1265277" y="2460641"/>
                  <a:pt x="1271039" y="2513145"/>
                  <a:pt x="1271039" y="2559887"/>
                </a:cubicBezTo>
                <a:cubicBezTo>
                  <a:pt x="1271039" y="2638002"/>
                  <a:pt x="1256953" y="2698190"/>
                  <a:pt x="1204449" y="2724442"/>
                </a:cubicBezTo>
                <a:cubicBezTo>
                  <a:pt x="1153226" y="2750053"/>
                  <a:pt x="1111607" y="2766061"/>
                  <a:pt x="1077671" y="2779507"/>
                </a:cubicBezTo>
                <a:cubicBezTo>
                  <a:pt x="1015563" y="2803838"/>
                  <a:pt x="973304" y="2820485"/>
                  <a:pt x="959857" y="2869148"/>
                </a:cubicBezTo>
                <a:cubicBezTo>
                  <a:pt x="957937" y="2874910"/>
                  <a:pt x="956656" y="2881313"/>
                  <a:pt x="956016" y="2888356"/>
                </a:cubicBezTo>
                <a:cubicBezTo>
                  <a:pt x="879821" y="2904364"/>
                  <a:pt x="702460" y="2951105"/>
                  <a:pt x="702460" y="3027940"/>
                </a:cubicBezTo>
                <a:lnTo>
                  <a:pt x="702460" y="3725218"/>
                </a:lnTo>
                <a:cubicBezTo>
                  <a:pt x="651877" y="3731621"/>
                  <a:pt x="612819" y="3774520"/>
                  <a:pt x="612819" y="3827024"/>
                </a:cubicBezTo>
                <a:lnTo>
                  <a:pt x="612819" y="3998622"/>
                </a:lnTo>
                <a:lnTo>
                  <a:pt x="2263491" y="3998622"/>
                </a:lnTo>
                <a:lnTo>
                  <a:pt x="2263491" y="3827024"/>
                </a:lnTo>
                <a:cubicBezTo>
                  <a:pt x="2263491" y="3774520"/>
                  <a:pt x="2224434" y="3731621"/>
                  <a:pt x="2173851" y="3725218"/>
                </a:cubicBezTo>
                <a:lnTo>
                  <a:pt x="2173851" y="3027940"/>
                </a:lnTo>
                <a:cubicBezTo>
                  <a:pt x="2173851" y="2951105"/>
                  <a:pt x="1996490" y="2905004"/>
                  <a:pt x="1920295" y="2888356"/>
                </a:cubicBezTo>
                <a:cubicBezTo>
                  <a:pt x="1919655" y="2881313"/>
                  <a:pt x="1918374" y="2874910"/>
                  <a:pt x="1916453" y="2869148"/>
                </a:cubicBezTo>
                <a:cubicBezTo>
                  <a:pt x="1903007" y="2820485"/>
                  <a:pt x="1861388" y="2803838"/>
                  <a:pt x="1798640" y="2779507"/>
                </a:cubicBezTo>
                <a:cubicBezTo>
                  <a:pt x="1764704" y="2766701"/>
                  <a:pt x="1723085" y="2750053"/>
                  <a:pt x="1671862" y="2724442"/>
                </a:cubicBezTo>
                <a:cubicBezTo>
                  <a:pt x="1619358" y="2698190"/>
                  <a:pt x="1604631" y="2638002"/>
                  <a:pt x="1605272" y="2559887"/>
                </a:cubicBezTo>
                <a:cubicBezTo>
                  <a:pt x="1605272" y="2513145"/>
                  <a:pt x="1611034" y="2460641"/>
                  <a:pt x="1616797" y="2404936"/>
                </a:cubicBezTo>
                <a:cubicBezTo>
                  <a:pt x="1628962" y="2289043"/>
                  <a:pt x="1641128" y="2169309"/>
                  <a:pt x="1609754" y="2069423"/>
                </a:cubicBezTo>
                <a:cubicBezTo>
                  <a:pt x="1609754" y="2068142"/>
                  <a:pt x="1609754" y="2067502"/>
                  <a:pt x="1609113" y="2066222"/>
                </a:cubicBezTo>
                <a:cubicBezTo>
                  <a:pt x="1571976" y="1952250"/>
                  <a:pt x="1625761" y="1912552"/>
                  <a:pt x="1733330" y="1833155"/>
                </a:cubicBezTo>
                <a:cubicBezTo>
                  <a:pt x="1745495" y="1824191"/>
                  <a:pt x="1758301" y="1814587"/>
                  <a:pt x="1772388" y="1804342"/>
                </a:cubicBezTo>
                <a:lnTo>
                  <a:pt x="1772388" y="1804342"/>
                </a:lnTo>
                <a:cubicBezTo>
                  <a:pt x="1771747" y="1818429"/>
                  <a:pt x="1773668" y="1828673"/>
                  <a:pt x="1774949" y="1835717"/>
                </a:cubicBezTo>
                <a:cubicBezTo>
                  <a:pt x="1776870" y="1842760"/>
                  <a:pt x="1778150" y="1845961"/>
                  <a:pt x="1778150" y="1847242"/>
                </a:cubicBezTo>
                <a:lnTo>
                  <a:pt x="1796719" y="1894623"/>
                </a:lnTo>
                <a:lnTo>
                  <a:pt x="1817208" y="1847882"/>
                </a:lnTo>
                <a:lnTo>
                  <a:pt x="1820410" y="1840199"/>
                </a:lnTo>
                <a:cubicBezTo>
                  <a:pt x="1820410" y="1840199"/>
                  <a:pt x="1824251" y="1831875"/>
                  <a:pt x="1830014" y="1822270"/>
                </a:cubicBezTo>
                <a:cubicBezTo>
                  <a:pt x="1844100" y="1799860"/>
                  <a:pt x="1860108" y="1778731"/>
                  <a:pt x="1879316" y="1756961"/>
                </a:cubicBezTo>
                <a:cubicBezTo>
                  <a:pt x="1897245" y="1737112"/>
                  <a:pt x="1920295" y="1715342"/>
                  <a:pt x="1946547" y="1691011"/>
                </a:cubicBezTo>
                <a:cubicBezTo>
                  <a:pt x="1946547" y="1691011"/>
                  <a:pt x="1947187" y="1690370"/>
                  <a:pt x="1947828" y="1689730"/>
                </a:cubicBezTo>
                <a:cubicBezTo>
                  <a:pt x="1956792" y="1681406"/>
                  <a:pt x="1965756" y="1673082"/>
                  <a:pt x="1975360" y="1664118"/>
                </a:cubicBezTo>
                <a:cubicBezTo>
                  <a:pt x="1992648" y="1648111"/>
                  <a:pt x="2009936" y="1630823"/>
                  <a:pt x="2028504" y="1612255"/>
                </a:cubicBezTo>
                <a:cubicBezTo>
                  <a:pt x="2052195" y="1589204"/>
                  <a:pt x="2076526" y="1564873"/>
                  <a:pt x="2103419" y="1539902"/>
                </a:cubicBezTo>
                <a:cubicBezTo>
                  <a:pt x="2125188" y="1519412"/>
                  <a:pt x="2147599" y="1498283"/>
                  <a:pt x="2171290" y="1476513"/>
                </a:cubicBezTo>
                <a:cubicBezTo>
                  <a:pt x="2199462" y="1450261"/>
                  <a:pt x="2229556" y="1422728"/>
                  <a:pt x="2259009" y="1393275"/>
                </a:cubicBezTo>
                <a:lnTo>
                  <a:pt x="2282700" y="1370865"/>
                </a:lnTo>
                <a:cubicBezTo>
                  <a:pt x="2331363" y="1324764"/>
                  <a:pt x="2381305" y="1276742"/>
                  <a:pt x="2431248" y="1224238"/>
                </a:cubicBezTo>
                <a:cubicBezTo>
                  <a:pt x="2503601" y="1149964"/>
                  <a:pt x="2557385" y="1089777"/>
                  <a:pt x="2606048" y="1030870"/>
                </a:cubicBezTo>
                <a:cubicBezTo>
                  <a:pt x="2673278" y="948912"/>
                  <a:pt x="2723861" y="876559"/>
                  <a:pt x="2764840" y="804206"/>
                </a:cubicBezTo>
                <a:cubicBezTo>
                  <a:pt x="2822466" y="699839"/>
                  <a:pt x="2850639" y="610198"/>
                  <a:pt x="2853200" y="521838"/>
                </a:cubicBezTo>
                <a:cubicBezTo>
                  <a:pt x="2854481" y="468694"/>
                  <a:pt x="2849999" y="422593"/>
                  <a:pt x="2839114" y="375211"/>
                </a:cubicBezTo>
                <a:cubicBezTo>
                  <a:pt x="2825668" y="318865"/>
                  <a:pt x="2803257" y="270843"/>
                  <a:pt x="2771883" y="232426"/>
                </a:cubicBezTo>
                <a:cubicBezTo>
                  <a:pt x="2736667" y="188886"/>
                  <a:pt x="2685444" y="157512"/>
                  <a:pt x="2631659" y="145346"/>
                </a:cubicBezTo>
                <a:cubicBezTo>
                  <a:pt x="2610530" y="140224"/>
                  <a:pt x="2587479" y="137663"/>
                  <a:pt x="2564429" y="137663"/>
                </a:cubicBezTo>
                <a:cubicBezTo>
                  <a:pt x="2538177" y="137663"/>
                  <a:pt x="2510644" y="140864"/>
                  <a:pt x="2483112" y="147907"/>
                </a:cubicBezTo>
                <a:cubicBezTo>
                  <a:pt x="2413960" y="165836"/>
                  <a:pt x="2351852" y="199131"/>
                  <a:pt x="2301269" y="246512"/>
                </a:cubicBezTo>
                <a:cubicBezTo>
                  <a:pt x="2251966" y="12806"/>
                  <a:pt x="1750618" y="0"/>
                  <a:pt x="1645610" y="0"/>
                </a:cubicBezTo>
                <a:lnTo>
                  <a:pt x="1228140" y="0"/>
                </a:lnTo>
                <a:cubicBezTo>
                  <a:pt x="1120571" y="0"/>
                  <a:pt x="595531" y="12806"/>
                  <a:pt x="569920" y="265081"/>
                </a:cubicBezTo>
                <a:cubicBezTo>
                  <a:pt x="516135" y="208095"/>
                  <a:pt x="446984" y="167756"/>
                  <a:pt x="369508" y="147907"/>
                </a:cubicBezTo>
                <a:cubicBezTo>
                  <a:pt x="341976" y="140864"/>
                  <a:pt x="314443" y="137663"/>
                  <a:pt x="288191" y="137663"/>
                </a:cubicBezTo>
                <a:cubicBezTo>
                  <a:pt x="265141" y="137663"/>
                  <a:pt x="242731" y="140224"/>
                  <a:pt x="220961" y="145346"/>
                </a:cubicBezTo>
                <a:cubicBezTo>
                  <a:pt x="167176" y="157512"/>
                  <a:pt x="115953" y="188886"/>
                  <a:pt x="80737" y="232426"/>
                </a:cubicBezTo>
                <a:cubicBezTo>
                  <a:pt x="49362" y="270843"/>
                  <a:pt x="26952" y="318865"/>
                  <a:pt x="13506" y="375211"/>
                </a:cubicBezTo>
                <a:cubicBezTo>
                  <a:pt x="3902" y="421312"/>
                  <a:pt x="-580" y="468053"/>
                  <a:pt x="60" y="520557"/>
                </a:cubicBezTo>
                <a:cubicBezTo>
                  <a:pt x="2621" y="608917"/>
                  <a:pt x="30794" y="698558"/>
                  <a:pt x="88420" y="802926"/>
                </a:cubicBezTo>
                <a:cubicBezTo>
                  <a:pt x="129399" y="875279"/>
                  <a:pt x="179982" y="947632"/>
                  <a:pt x="247213" y="1029589"/>
                </a:cubicBezTo>
                <a:cubicBezTo>
                  <a:pt x="295875" y="1089136"/>
                  <a:pt x="349659" y="1148683"/>
                  <a:pt x="422012" y="1223598"/>
                </a:cubicBezTo>
                <a:cubicBezTo>
                  <a:pt x="471955" y="1275461"/>
                  <a:pt x="521898" y="1323483"/>
                  <a:pt x="570560" y="1370224"/>
                </a:cubicBezTo>
                <a:lnTo>
                  <a:pt x="593611" y="1392635"/>
                </a:lnTo>
                <a:cubicBezTo>
                  <a:pt x="623704" y="1421448"/>
                  <a:pt x="653158" y="1448980"/>
                  <a:pt x="681971" y="1475873"/>
                </a:cubicBezTo>
                <a:cubicBezTo>
                  <a:pt x="705662" y="1497643"/>
                  <a:pt x="728072" y="1518772"/>
                  <a:pt x="749201" y="1539261"/>
                </a:cubicBezTo>
                <a:cubicBezTo>
                  <a:pt x="776094" y="1564233"/>
                  <a:pt x="800425" y="1588564"/>
                  <a:pt x="824116" y="1612255"/>
                </a:cubicBezTo>
                <a:cubicBezTo>
                  <a:pt x="842684" y="1630823"/>
                  <a:pt x="859972" y="1647471"/>
                  <a:pt x="877260" y="1664118"/>
                </a:cubicBezTo>
                <a:cubicBezTo>
                  <a:pt x="886864" y="1673082"/>
                  <a:pt x="895828" y="1681406"/>
                  <a:pt x="904792" y="1689730"/>
                </a:cubicBezTo>
                <a:cubicBezTo>
                  <a:pt x="904792" y="1689730"/>
                  <a:pt x="905433" y="1690370"/>
                  <a:pt x="906073" y="1691011"/>
                </a:cubicBezTo>
                <a:cubicBezTo>
                  <a:pt x="932325" y="1715982"/>
                  <a:pt x="955375" y="1737112"/>
                  <a:pt x="973304" y="1756961"/>
                </a:cubicBezTo>
                <a:close/>
                <a:moveTo>
                  <a:pt x="1301773" y="2392130"/>
                </a:moveTo>
                <a:cubicBezTo>
                  <a:pt x="1268478" y="2246144"/>
                  <a:pt x="1294090" y="2136014"/>
                  <a:pt x="1316500" y="2070063"/>
                </a:cubicBezTo>
                <a:cubicBezTo>
                  <a:pt x="1354277" y="1959293"/>
                  <a:pt x="1276162" y="1905508"/>
                  <a:pt x="1276162" y="1905508"/>
                </a:cubicBezTo>
                <a:cubicBezTo>
                  <a:pt x="1276162" y="1905508"/>
                  <a:pt x="1280644" y="1905508"/>
                  <a:pt x="1287687" y="1905508"/>
                </a:cubicBezTo>
                <a:cubicBezTo>
                  <a:pt x="1294730" y="1905508"/>
                  <a:pt x="1305615" y="1905508"/>
                  <a:pt x="1317781" y="1905508"/>
                </a:cubicBezTo>
                <a:cubicBezTo>
                  <a:pt x="1342752" y="1905508"/>
                  <a:pt x="1376047" y="1905508"/>
                  <a:pt x="1409342" y="1906789"/>
                </a:cubicBezTo>
                <a:cubicBezTo>
                  <a:pt x="1418947" y="1906789"/>
                  <a:pt x="1428551" y="1907429"/>
                  <a:pt x="1438155" y="1908070"/>
                </a:cubicBezTo>
                <a:cubicBezTo>
                  <a:pt x="1461206" y="1909350"/>
                  <a:pt x="1483616" y="1911271"/>
                  <a:pt x="1501544" y="1913192"/>
                </a:cubicBezTo>
                <a:cubicBezTo>
                  <a:pt x="1526516" y="1915753"/>
                  <a:pt x="1543163" y="1919595"/>
                  <a:pt x="1543163" y="1919595"/>
                </a:cubicBezTo>
                <a:cubicBezTo>
                  <a:pt x="1543163" y="1919595"/>
                  <a:pt x="1526516" y="1922796"/>
                  <a:pt x="1501544" y="1925357"/>
                </a:cubicBezTo>
                <a:cubicBezTo>
                  <a:pt x="1488738" y="1926638"/>
                  <a:pt x="1474012" y="1927278"/>
                  <a:pt x="1458645" y="1927919"/>
                </a:cubicBezTo>
                <a:cubicBezTo>
                  <a:pt x="1452242" y="1927919"/>
                  <a:pt x="1445199" y="1927919"/>
                  <a:pt x="1438796" y="1927919"/>
                </a:cubicBezTo>
                <a:cubicBezTo>
                  <a:pt x="1429191" y="1927919"/>
                  <a:pt x="1419587" y="1927919"/>
                  <a:pt x="1409342" y="1927919"/>
                </a:cubicBezTo>
                <a:cubicBezTo>
                  <a:pt x="1401018" y="1927919"/>
                  <a:pt x="1392054" y="1927278"/>
                  <a:pt x="1383731" y="1926638"/>
                </a:cubicBezTo>
                <a:cubicBezTo>
                  <a:pt x="1385651" y="1951609"/>
                  <a:pt x="1388213" y="2038689"/>
                  <a:pt x="1347874" y="2119366"/>
                </a:cubicBezTo>
                <a:cubicBezTo>
                  <a:pt x="1330586" y="2153301"/>
                  <a:pt x="1322263" y="2186596"/>
                  <a:pt x="1319701" y="2222453"/>
                </a:cubicBezTo>
                <a:cubicBezTo>
                  <a:pt x="1333788" y="2235899"/>
                  <a:pt x="1406781" y="2241662"/>
                  <a:pt x="1438796" y="2243583"/>
                </a:cubicBezTo>
                <a:cubicBezTo>
                  <a:pt x="1448400" y="2243583"/>
                  <a:pt x="1454803" y="2244223"/>
                  <a:pt x="1454803" y="2244223"/>
                </a:cubicBezTo>
                <a:cubicBezTo>
                  <a:pt x="1449040" y="2244223"/>
                  <a:pt x="1443918" y="2244223"/>
                  <a:pt x="1438796" y="2244863"/>
                </a:cubicBezTo>
                <a:cubicBezTo>
                  <a:pt x="1333148" y="2250626"/>
                  <a:pt x="1323543" y="2301849"/>
                  <a:pt x="1322903" y="2315935"/>
                </a:cubicBezTo>
                <a:cubicBezTo>
                  <a:pt x="1328025" y="2358195"/>
                  <a:pt x="1336349" y="2405576"/>
                  <a:pt x="1346594" y="2461922"/>
                </a:cubicBezTo>
                <a:cubicBezTo>
                  <a:pt x="1374766" y="2620074"/>
                  <a:pt x="1302414" y="2648247"/>
                  <a:pt x="1302414" y="2648247"/>
                </a:cubicBezTo>
                <a:cubicBezTo>
                  <a:pt x="1302414" y="2648247"/>
                  <a:pt x="1335709" y="2537477"/>
                  <a:pt x="1302414" y="2391490"/>
                </a:cubicBezTo>
                <a:close/>
                <a:moveTo>
                  <a:pt x="980987" y="2931896"/>
                </a:moveTo>
                <a:cubicBezTo>
                  <a:pt x="980987" y="2931896"/>
                  <a:pt x="983548" y="2937018"/>
                  <a:pt x="984829" y="2940860"/>
                </a:cubicBezTo>
                <a:cubicBezTo>
                  <a:pt x="987390" y="2943422"/>
                  <a:pt x="989951" y="2947263"/>
                  <a:pt x="993793" y="2950465"/>
                </a:cubicBezTo>
                <a:cubicBezTo>
                  <a:pt x="998275" y="2953026"/>
                  <a:pt x="1002117" y="2956868"/>
                  <a:pt x="1007239" y="2959429"/>
                </a:cubicBezTo>
                <a:cubicBezTo>
                  <a:pt x="1012361" y="2961990"/>
                  <a:pt x="1018124" y="2964551"/>
                  <a:pt x="1024527" y="2967112"/>
                </a:cubicBezTo>
                <a:cubicBezTo>
                  <a:pt x="1037333" y="2971594"/>
                  <a:pt x="1052060" y="2976076"/>
                  <a:pt x="1068707" y="2979278"/>
                </a:cubicBezTo>
                <a:cubicBezTo>
                  <a:pt x="1084714" y="2983760"/>
                  <a:pt x="1103283" y="2985681"/>
                  <a:pt x="1122492" y="2988882"/>
                </a:cubicBezTo>
                <a:cubicBezTo>
                  <a:pt x="1141700" y="2991443"/>
                  <a:pt x="1162190" y="2992724"/>
                  <a:pt x="1183319" y="2995285"/>
                </a:cubicBezTo>
                <a:cubicBezTo>
                  <a:pt x="1204449" y="2996566"/>
                  <a:pt x="1226219" y="2997846"/>
                  <a:pt x="1248629" y="2999767"/>
                </a:cubicBezTo>
                <a:cubicBezTo>
                  <a:pt x="1271039" y="3000407"/>
                  <a:pt x="1293450" y="3001048"/>
                  <a:pt x="1315860" y="3001688"/>
                </a:cubicBezTo>
                <a:cubicBezTo>
                  <a:pt x="1338270" y="3002968"/>
                  <a:pt x="1361320" y="3002328"/>
                  <a:pt x="1383090" y="3002968"/>
                </a:cubicBezTo>
                <a:cubicBezTo>
                  <a:pt x="1405501" y="3002968"/>
                  <a:pt x="1427271" y="3003609"/>
                  <a:pt x="1448400" y="3002968"/>
                </a:cubicBezTo>
                <a:cubicBezTo>
                  <a:pt x="1490659" y="3002328"/>
                  <a:pt x="1530357" y="3002968"/>
                  <a:pt x="1564293" y="3001688"/>
                </a:cubicBezTo>
                <a:cubicBezTo>
                  <a:pt x="1632164" y="3000407"/>
                  <a:pt x="1677625" y="3000407"/>
                  <a:pt x="1677625" y="3000407"/>
                </a:cubicBezTo>
                <a:cubicBezTo>
                  <a:pt x="1677625" y="3000407"/>
                  <a:pt x="1632164" y="3004249"/>
                  <a:pt x="1564293" y="3009371"/>
                </a:cubicBezTo>
                <a:cubicBezTo>
                  <a:pt x="1530357" y="3011292"/>
                  <a:pt x="1490659" y="3013213"/>
                  <a:pt x="1448400" y="3014494"/>
                </a:cubicBezTo>
                <a:cubicBezTo>
                  <a:pt x="1427271" y="3015134"/>
                  <a:pt x="1404860" y="3014494"/>
                  <a:pt x="1383090" y="3014494"/>
                </a:cubicBezTo>
                <a:cubicBezTo>
                  <a:pt x="1360680" y="3014494"/>
                  <a:pt x="1338270" y="3014494"/>
                  <a:pt x="1315219" y="3014494"/>
                </a:cubicBezTo>
                <a:cubicBezTo>
                  <a:pt x="1292809" y="3013213"/>
                  <a:pt x="1269759" y="3012573"/>
                  <a:pt x="1247348" y="3011292"/>
                </a:cubicBezTo>
                <a:cubicBezTo>
                  <a:pt x="1224938" y="3009371"/>
                  <a:pt x="1203168" y="3007451"/>
                  <a:pt x="1182039" y="3006170"/>
                </a:cubicBezTo>
                <a:cubicBezTo>
                  <a:pt x="1160909" y="3003609"/>
                  <a:pt x="1140420" y="3001048"/>
                  <a:pt x="1121211" y="2997846"/>
                </a:cubicBezTo>
                <a:cubicBezTo>
                  <a:pt x="1102002" y="2994004"/>
                  <a:pt x="1083434" y="2991443"/>
                  <a:pt x="1067426" y="2986321"/>
                </a:cubicBezTo>
                <a:cubicBezTo>
                  <a:pt x="1050779" y="2982479"/>
                  <a:pt x="1036052" y="2976716"/>
                  <a:pt x="1023246" y="2971594"/>
                </a:cubicBezTo>
                <a:cubicBezTo>
                  <a:pt x="1016843" y="2968393"/>
                  <a:pt x="1011081" y="2965191"/>
                  <a:pt x="1005958" y="2962630"/>
                </a:cubicBezTo>
                <a:cubicBezTo>
                  <a:pt x="1000836" y="2959429"/>
                  <a:pt x="996354" y="2955587"/>
                  <a:pt x="992512" y="2952386"/>
                </a:cubicBezTo>
                <a:cubicBezTo>
                  <a:pt x="988671" y="2949184"/>
                  <a:pt x="986109" y="2945342"/>
                  <a:pt x="984189" y="2942141"/>
                </a:cubicBezTo>
                <a:cubicBezTo>
                  <a:pt x="982908" y="2938299"/>
                  <a:pt x="980987" y="2935738"/>
                  <a:pt x="980987" y="2932536"/>
                </a:cubicBezTo>
                <a:cubicBezTo>
                  <a:pt x="979706" y="2927414"/>
                  <a:pt x="981627" y="2924213"/>
                  <a:pt x="980987" y="2924213"/>
                </a:cubicBezTo>
                <a:cubicBezTo>
                  <a:pt x="980987" y="2924213"/>
                  <a:pt x="979706" y="2926774"/>
                  <a:pt x="980987" y="2931896"/>
                </a:cubicBezTo>
                <a:close/>
                <a:moveTo>
                  <a:pt x="1276162" y="2921652"/>
                </a:moveTo>
                <a:cubicBezTo>
                  <a:pt x="1276162" y="2921652"/>
                  <a:pt x="1309457" y="2785910"/>
                  <a:pt x="1349155" y="2760938"/>
                </a:cubicBezTo>
                <a:cubicBezTo>
                  <a:pt x="1349155" y="2760938"/>
                  <a:pt x="1368364" y="2762219"/>
                  <a:pt x="1382450" y="2762219"/>
                </a:cubicBezTo>
                <a:cubicBezTo>
                  <a:pt x="1382450" y="2762219"/>
                  <a:pt x="1324184" y="2812802"/>
                  <a:pt x="1276162" y="2921652"/>
                </a:cubicBezTo>
                <a:close/>
                <a:moveTo>
                  <a:pt x="1321622" y="2934457"/>
                </a:moveTo>
                <a:cubicBezTo>
                  <a:pt x="1339550" y="2934457"/>
                  <a:pt x="1356838" y="2935738"/>
                  <a:pt x="1374126" y="2935738"/>
                </a:cubicBezTo>
                <a:cubicBezTo>
                  <a:pt x="1408062" y="2935738"/>
                  <a:pt x="1440076" y="2937659"/>
                  <a:pt x="1466969" y="2937659"/>
                </a:cubicBezTo>
                <a:cubicBezTo>
                  <a:pt x="1494501" y="2937659"/>
                  <a:pt x="1516911" y="2938939"/>
                  <a:pt x="1532919" y="2939580"/>
                </a:cubicBezTo>
                <a:cubicBezTo>
                  <a:pt x="1548926" y="2940220"/>
                  <a:pt x="1557890" y="2940860"/>
                  <a:pt x="1557890" y="2940860"/>
                </a:cubicBezTo>
                <a:cubicBezTo>
                  <a:pt x="1557890" y="2940860"/>
                  <a:pt x="1548926" y="2942141"/>
                  <a:pt x="1532919" y="2944062"/>
                </a:cubicBezTo>
                <a:cubicBezTo>
                  <a:pt x="1516911" y="2945342"/>
                  <a:pt x="1494501" y="2948544"/>
                  <a:pt x="1466969" y="2950465"/>
                </a:cubicBezTo>
                <a:cubicBezTo>
                  <a:pt x="1453522" y="2951745"/>
                  <a:pt x="1438796" y="2952386"/>
                  <a:pt x="1422788" y="2953026"/>
                </a:cubicBezTo>
                <a:cubicBezTo>
                  <a:pt x="1407421" y="2953666"/>
                  <a:pt x="1390774" y="2954947"/>
                  <a:pt x="1373486" y="2954947"/>
                </a:cubicBezTo>
                <a:cubicBezTo>
                  <a:pt x="1339550" y="2954947"/>
                  <a:pt x="1303054" y="2955587"/>
                  <a:pt x="1266557" y="2954306"/>
                </a:cubicBezTo>
                <a:cubicBezTo>
                  <a:pt x="1247989" y="2953026"/>
                  <a:pt x="1230061" y="2953026"/>
                  <a:pt x="1212132" y="2951105"/>
                </a:cubicBezTo>
                <a:cubicBezTo>
                  <a:pt x="1194204" y="2949184"/>
                  <a:pt x="1176276" y="2947904"/>
                  <a:pt x="1159629" y="2945982"/>
                </a:cubicBezTo>
                <a:cubicBezTo>
                  <a:pt x="1142341" y="2943422"/>
                  <a:pt x="1126333" y="2941500"/>
                  <a:pt x="1110966" y="2937659"/>
                </a:cubicBezTo>
                <a:cubicBezTo>
                  <a:pt x="1095599" y="2934457"/>
                  <a:pt x="1080873" y="2931256"/>
                  <a:pt x="1067426" y="2927414"/>
                </a:cubicBezTo>
                <a:cubicBezTo>
                  <a:pt x="1053980" y="2924213"/>
                  <a:pt x="1042455" y="2919090"/>
                  <a:pt x="1032210" y="2914608"/>
                </a:cubicBezTo>
                <a:cubicBezTo>
                  <a:pt x="1027088" y="2912047"/>
                  <a:pt x="1022606" y="2909486"/>
                  <a:pt x="1018124" y="2907565"/>
                </a:cubicBezTo>
                <a:cubicBezTo>
                  <a:pt x="1014282" y="2905004"/>
                  <a:pt x="1010440" y="2902443"/>
                  <a:pt x="1007239" y="2899882"/>
                </a:cubicBezTo>
                <a:cubicBezTo>
                  <a:pt x="1000836" y="2894759"/>
                  <a:pt x="996994" y="2889637"/>
                  <a:pt x="995073" y="2885155"/>
                </a:cubicBezTo>
                <a:cubicBezTo>
                  <a:pt x="993153" y="2881313"/>
                  <a:pt x="993793" y="2878752"/>
                  <a:pt x="993793" y="2878752"/>
                </a:cubicBezTo>
                <a:cubicBezTo>
                  <a:pt x="993793" y="2878752"/>
                  <a:pt x="993793" y="2881313"/>
                  <a:pt x="996354" y="2884515"/>
                </a:cubicBezTo>
                <a:cubicBezTo>
                  <a:pt x="998275" y="2888356"/>
                  <a:pt x="1003397" y="2892198"/>
                  <a:pt x="1009800" y="2896680"/>
                </a:cubicBezTo>
                <a:cubicBezTo>
                  <a:pt x="1013002" y="2898601"/>
                  <a:pt x="1016843" y="2900522"/>
                  <a:pt x="1021325" y="2902443"/>
                </a:cubicBezTo>
                <a:cubicBezTo>
                  <a:pt x="1025808" y="2904364"/>
                  <a:pt x="1030290" y="2905644"/>
                  <a:pt x="1035412" y="2907565"/>
                </a:cubicBezTo>
                <a:cubicBezTo>
                  <a:pt x="1040534" y="2909486"/>
                  <a:pt x="1046297" y="2910767"/>
                  <a:pt x="1052060" y="2912047"/>
                </a:cubicBezTo>
                <a:cubicBezTo>
                  <a:pt x="1057822" y="2913968"/>
                  <a:pt x="1064225" y="2915249"/>
                  <a:pt x="1070628" y="2916529"/>
                </a:cubicBezTo>
                <a:cubicBezTo>
                  <a:pt x="1084074" y="2919090"/>
                  <a:pt x="1098160" y="2921652"/>
                  <a:pt x="1113527" y="2923572"/>
                </a:cubicBezTo>
                <a:cubicBezTo>
                  <a:pt x="1128894" y="2926134"/>
                  <a:pt x="1145542" y="2926774"/>
                  <a:pt x="1162190" y="2928695"/>
                </a:cubicBezTo>
                <a:cubicBezTo>
                  <a:pt x="1178837" y="2930616"/>
                  <a:pt x="1196765" y="2930616"/>
                  <a:pt x="1214053" y="2932536"/>
                </a:cubicBezTo>
                <a:cubicBezTo>
                  <a:pt x="1231981" y="2933817"/>
                  <a:pt x="1249910" y="2933817"/>
                  <a:pt x="1267838" y="2935098"/>
                </a:cubicBezTo>
                <a:cubicBezTo>
                  <a:pt x="1285766" y="2936378"/>
                  <a:pt x="1303694" y="2936378"/>
                  <a:pt x="1321622" y="2937018"/>
                </a:cubicBezTo>
                <a:close/>
                <a:moveTo>
                  <a:pt x="1504105" y="2689866"/>
                </a:moveTo>
                <a:cubicBezTo>
                  <a:pt x="1485537" y="2691146"/>
                  <a:pt x="1462487" y="2691787"/>
                  <a:pt x="1438155" y="2691146"/>
                </a:cubicBezTo>
                <a:cubicBezTo>
                  <a:pt x="1431112" y="2691146"/>
                  <a:pt x="1424069" y="2691146"/>
                  <a:pt x="1417026" y="2691146"/>
                </a:cubicBezTo>
                <a:cubicBezTo>
                  <a:pt x="1385651" y="2690506"/>
                  <a:pt x="1354277" y="2687305"/>
                  <a:pt x="1330586" y="2683463"/>
                </a:cubicBezTo>
                <a:cubicBezTo>
                  <a:pt x="1319061" y="2681542"/>
                  <a:pt x="1309457" y="2678981"/>
                  <a:pt x="1302414" y="2677060"/>
                </a:cubicBezTo>
                <a:cubicBezTo>
                  <a:pt x="1296011" y="2675139"/>
                  <a:pt x="1292169" y="2672578"/>
                  <a:pt x="1292809" y="2672578"/>
                </a:cubicBezTo>
                <a:cubicBezTo>
                  <a:pt x="1292809" y="2672578"/>
                  <a:pt x="1296651" y="2674499"/>
                  <a:pt x="1303054" y="2675139"/>
                </a:cubicBezTo>
                <a:cubicBezTo>
                  <a:pt x="1310097" y="2676420"/>
                  <a:pt x="1319701" y="2676420"/>
                  <a:pt x="1331227" y="2677060"/>
                </a:cubicBezTo>
                <a:cubicBezTo>
                  <a:pt x="1354917" y="2677060"/>
                  <a:pt x="1386292" y="2678341"/>
                  <a:pt x="1417666" y="2678981"/>
                </a:cubicBezTo>
                <a:cubicBezTo>
                  <a:pt x="1424709" y="2678981"/>
                  <a:pt x="1431112" y="2678981"/>
                  <a:pt x="1438155" y="2679621"/>
                </a:cubicBezTo>
                <a:cubicBezTo>
                  <a:pt x="1462487" y="2680262"/>
                  <a:pt x="1485537" y="2682182"/>
                  <a:pt x="1504105" y="2683463"/>
                </a:cubicBezTo>
                <a:cubicBezTo>
                  <a:pt x="1527796" y="2685384"/>
                  <a:pt x="1543163" y="2687305"/>
                  <a:pt x="1543163" y="2687305"/>
                </a:cubicBezTo>
                <a:cubicBezTo>
                  <a:pt x="1543163" y="2687305"/>
                  <a:pt x="1527156" y="2689226"/>
                  <a:pt x="1504105" y="2690506"/>
                </a:cubicBezTo>
                <a:close/>
                <a:moveTo>
                  <a:pt x="1265277" y="2719960"/>
                </a:moveTo>
                <a:cubicBezTo>
                  <a:pt x="1265277" y="2719960"/>
                  <a:pt x="1269118" y="2721240"/>
                  <a:pt x="1271680" y="2721880"/>
                </a:cubicBezTo>
                <a:cubicBezTo>
                  <a:pt x="1277442" y="2723161"/>
                  <a:pt x="1285766" y="2723801"/>
                  <a:pt x="1295370" y="2724442"/>
                </a:cubicBezTo>
                <a:cubicBezTo>
                  <a:pt x="1315219" y="2725082"/>
                  <a:pt x="1342112" y="2726362"/>
                  <a:pt x="1368364" y="2727643"/>
                </a:cubicBezTo>
                <a:cubicBezTo>
                  <a:pt x="1393335" y="2728924"/>
                  <a:pt x="1418947" y="2731485"/>
                  <a:pt x="1438155" y="2734046"/>
                </a:cubicBezTo>
                <a:cubicBezTo>
                  <a:pt x="1439436" y="2734046"/>
                  <a:pt x="1440717" y="2734046"/>
                  <a:pt x="1441357" y="2734046"/>
                </a:cubicBezTo>
                <a:cubicBezTo>
                  <a:pt x="1461206" y="2736607"/>
                  <a:pt x="1474652" y="2740449"/>
                  <a:pt x="1474652" y="2740449"/>
                </a:cubicBezTo>
                <a:cubicBezTo>
                  <a:pt x="1474652" y="2740449"/>
                  <a:pt x="1461206" y="2743650"/>
                  <a:pt x="1440717" y="2746212"/>
                </a:cubicBezTo>
                <a:cubicBezTo>
                  <a:pt x="1439436" y="2746212"/>
                  <a:pt x="1438796" y="2746212"/>
                  <a:pt x="1437515" y="2746212"/>
                </a:cubicBezTo>
                <a:cubicBezTo>
                  <a:pt x="1417666" y="2748132"/>
                  <a:pt x="1392054" y="2749413"/>
                  <a:pt x="1366443" y="2748132"/>
                </a:cubicBezTo>
                <a:cubicBezTo>
                  <a:pt x="1339550" y="2746212"/>
                  <a:pt x="1312018" y="2742370"/>
                  <a:pt x="1292169" y="2735327"/>
                </a:cubicBezTo>
                <a:cubicBezTo>
                  <a:pt x="1282565" y="2732125"/>
                  <a:pt x="1274241" y="2728283"/>
                  <a:pt x="1269118" y="2725082"/>
                </a:cubicBezTo>
                <a:cubicBezTo>
                  <a:pt x="1263996" y="2721880"/>
                  <a:pt x="1262075" y="2718039"/>
                  <a:pt x="1262715" y="2718039"/>
                </a:cubicBezTo>
                <a:cubicBezTo>
                  <a:pt x="1262715" y="2718039"/>
                  <a:pt x="1262715" y="2718679"/>
                  <a:pt x="1264636" y="2719319"/>
                </a:cubicBezTo>
                <a:close/>
                <a:moveTo>
                  <a:pt x="1005318" y="2865946"/>
                </a:moveTo>
                <a:cubicBezTo>
                  <a:pt x="1005318" y="2865946"/>
                  <a:pt x="1020685" y="2831370"/>
                  <a:pt x="1096880" y="2808320"/>
                </a:cubicBezTo>
                <a:cubicBezTo>
                  <a:pt x="1173075" y="2785269"/>
                  <a:pt x="1256313" y="2733406"/>
                  <a:pt x="1256313" y="2733406"/>
                </a:cubicBezTo>
                <a:cubicBezTo>
                  <a:pt x="1274881" y="2744291"/>
                  <a:pt x="1293450" y="2749413"/>
                  <a:pt x="1293450" y="2749413"/>
                </a:cubicBezTo>
                <a:cubicBezTo>
                  <a:pt x="1226219" y="2808960"/>
                  <a:pt x="1231341" y="2913328"/>
                  <a:pt x="1131456" y="2910767"/>
                </a:cubicBezTo>
                <a:cubicBezTo>
                  <a:pt x="1030930" y="2908205"/>
                  <a:pt x="1005958" y="2865946"/>
                  <a:pt x="1005958" y="2865946"/>
                </a:cubicBezTo>
                <a:close/>
                <a:moveTo>
                  <a:pt x="749201" y="3081084"/>
                </a:moveTo>
                <a:cubicBezTo>
                  <a:pt x="831159" y="3122063"/>
                  <a:pt x="980347" y="3122063"/>
                  <a:pt x="980347" y="3122063"/>
                </a:cubicBezTo>
                <a:cubicBezTo>
                  <a:pt x="763288" y="3131027"/>
                  <a:pt x="749201" y="3737383"/>
                  <a:pt x="749201" y="3737383"/>
                </a:cubicBezTo>
                <a:lnTo>
                  <a:pt x="749201" y="3081084"/>
                </a:lnTo>
                <a:close/>
                <a:moveTo>
                  <a:pt x="658280" y="3885291"/>
                </a:moveTo>
                <a:lnTo>
                  <a:pt x="658280" y="3832787"/>
                </a:lnTo>
                <a:cubicBezTo>
                  <a:pt x="658280" y="3816779"/>
                  <a:pt x="666604" y="3764916"/>
                  <a:pt x="728072" y="3770678"/>
                </a:cubicBezTo>
                <a:cubicBezTo>
                  <a:pt x="1088556" y="3805894"/>
                  <a:pt x="1929259" y="3786686"/>
                  <a:pt x="1929259" y="3786686"/>
                </a:cubicBezTo>
                <a:cubicBezTo>
                  <a:pt x="1929259" y="3786686"/>
                  <a:pt x="731914" y="3844952"/>
                  <a:pt x="658280" y="3885291"/>
                </a:cubicBezTo>
                <a:close/>
                <a:moveTo>
                  <a:pt x="2113023" y="3081084"/>
                </a:moveTo>
                <a:cubicBezTo>
                  <a:pt x="2113023" y="3081084"/>
                  <a:pt x="2113663" y="3091329"/>
                  <a:pt x="2114944" y="3108617"/>
                </a:cubicBezTo>
                <a:cubicBezTo>
                  <a:pt x="2115584" y="3125905"/>
                  <a:pt x="2118145" y="3151516"/>
                  <a:pt x="2118786" y="3181610"/>
                </a:cubicBezTo>
                <a:cubicBezTo>
                  <a:pt x="2119426" y="3211704"/>
                  <a:pt x="2121347" y="3246920"/>
                  <a:pt x="2121987" y="3284697"/>
                </a:cubicBezTo>
                <a:cubicBezTo>
                  <a:pt x="2122627" y="3322474"/>
                  <a:pt x="2123268" y="3362172"/>
                  <a:pt x="2123268" y="3402511"/>
                </a:cubicBezTo>
                <a:cubicBezTo>
                  <a:pt x="2123268" y="3442849"/>
                  <a:pt x="2123268" y="3482547"/>
                  <a:pt x="2121987" y="3520324"/>
                </a:cubicBezTo>
                <a:cubicBezTo>
                  <a:pt x="2121987" y="3558102"/>
                  <a:pt x="2119426" y="3593318"/>
                  <a:pt x="2118786" y="3623411"/>
                </a:cubicBezTo>
                <a:cubicBezTo>
                  <a:pt x="2118145" y="3653505"/>
                  <a:pt x="2115584" y="3678476"/>
                  <a:pt x="2114944" y="3696405"/>
                </a:cubicBezTo>
                <a:cubicBezTo>
                  <a:pt x="2113663" y="3713692"/>
                  <a:pt x="2113023" y="3723937"/>
                  <a:pt x="2113023" y="3723937"/>
                </a:cubicBezTo>
                <a:cubicBezTo>
                  <a:pt x="2113023" y="3723937"/>
                  <a:pt x="2112383" y="3713692"/>
                  <a:pt x="2111102" y="3696405"/>
                </a:cubicBezTo>
                <a:cubicBezTo>
                  <a:pt x="2110462" y="3679117"/>
                  <a:pt x="2107901" y="3653505"/>
                  <a:pt x="2107260" y="3623411"/>
                </a:cubicBezTo>
                <a:cubicBezTo>
                  <a:pt x="2106620" y="3593318"/>
                  <a:pt x="2104699" y="3558102"/>
                  <a:pt x="2104059" y="3520324"/>
                </a:cubicBezTo>
                <a:cubicBezTo>
                  <a:pt x="2103419" y="3482547"/>
                  <a:pt x="2102778" y="3442849"/>
                  <a:pt x="2102778" y="3402511"/>
                </a:cubicBezTo>
                <a:cubicBezTo>
                  <a:pt x="2102778" y="3362172"/>
                  <a:pt x="2102778" y="3322474"/>
                  <a:pt x="2104059" y="3284697"/>
                </a:cubicBezTo>
                <a:cubicBezTo>
                  <a:pt x="2104059" y="3246920"/>
                  <a:pt x="2106620" y="3211704"/>
                  <a:pt x="2107260" y="3181610"/>
                </a:cubicBezTo>
                <a:cubicBezTo>
                  <a:pt x="2108541" y="3151516"/>
                  <a:pt x="2110462" y="3126545"/>
                  <a:pt x="2111102" y="3108617"/>
                </a:cubicBezTo>
                <a:cubicBezTo>
                  <a:pt x="2112383" y="3091329"/>
                  <a:pt x="2113023" y="3081084"/>
                  <a:pt x="2113023" y="3081084"/>
                </a:cubicBezTo>
                <a:close/>
                <a:moveTo>
                  <a:pt x="2052836" y="3054832"/>
                </a:moveTo>
                <a:cubicBezTo>
                  <a:pt x="2089972" y="3052911"/>
                  <a:pt x="2110462" y="3051631"/>
                  <a:pt x="2110462" y="3051631"/>
                </a:cubicBezTo>
                <a:cubicBezTo>
                  <a:pt x="2110462" y="3051631"/>
                  <a:pt x="2089332" y="3053552"/>
                  <a:pt x="2052836" y="3056753"/>
                </a:cubicBezTo>
                <a:cubicBezTo>
                  <a:pt x="2016339" y="3059955"/>
                  <a:pt x="1963835" y="3065077"/>
                  <a:pt x="1900446" y="3068919"/>
                </a:cubicBezTo>
                <a:cubicBezTo>
                  <a:pt x="1869072" y="3070839"/>
                  <a:pt x="1834496" y="3073401"/>
                  <a:pt x="1798640" y="3075962"/>
                </a:cubicBezTo>
                <a:cubicBezTo>
                  <a:pt x="1762143" y="3077883"/>
                  <a:pt x="1724366" y="3080444"/>
                  <a:pt x="1684668" y="3082365"/>
                </a:cubicBezTo>
                <a:cubicBezTo>
                  <a:pt x="1644970" y="3084926"/>
                  <a:pt x="1604631" y="3086207"/>
                  <a:pt x="1563012" y="3087487"/>
                </a:cubicBezTo>
                <a:cubicBezTo>
                  <a:pt x="1521393" y="3089408"/>
                  <a:pt x="1479134" y="3090048"/>
                  <a:pt x="1436875" y="3091329"/>
                </a:cubicBezTo>
                <a:cubicBezTo>
                  <a:pt x="1352356" y="3093250"/>
                  <a:pt x="1267838" y="3094530"/>
                  <a:pt x="1189082" y="3094530"/>
                </a:cubicBezTo>
                <a:cubicBezTo>
                  <a:pt x="1149384" y="3094530"/>
                  <a:pt x="1110966" y="3093250"/>
                  <a:pt x="1075110" y="3091969"/>
                </a:cubicBezTo>
                <a:cubicBezTo>
                  <a:pt x="1038613" y="3091329"/>
                  <a:pt x="1004678" y="3088127"/>
                  <a:pt x="972663" y="3086207"/>
                </a:cubicBezTo>
                <a:cubicBezTo>
                  <a:pt x="941289" y="3084286"/>
                  <a:pt x="911836" y="3082365"/>
                  <a:pt x="886224" y="3079163"/>
                </a:cubicBezTo>
                <a:cubicBezTo>
                  <a:pt x="860612" y="3075962"/>
                  <a:pt x="838202" y="3072120"/>
                  <a:pt x="820274" y="3067638"/>
                </a:cubicBezTo>
                <a:cubicBezTo>
                  <a:pt x="783777" y="3059314"/>
                  <a:pt x="763928" y="3050990"/>
                  <a:pt x="763928" y="3050990"/>
                </a:cubicBezTo>
                <a:cubicBezTo>
                  <a:pt x="763928" y="3050990"/>
                  <a:pt x="785698" y="3048429"/>
                  <a:pt x="822835" y="3047149"/>
                </a:cubicBezTo>
                <a:cubicBezTo>
                  <a:pt x="841403" y="3047149"/>
                  <a:pt x="863814" y="3047149"/>
                  <a:pt x="889425" y="3047149"/>
                </a:cubicBezTo>
                <a:cubicBezTo>
                  <a:pt x="915037" y="3047789"/>
                  <a:pt x="943850" y="3050350"/>
                  <a:pt x="975224" y="3051631"/>
                </a:cubicBezTo>
                <a:cubicBezTo>
                  <a:pt x="1037973" y="3054832"/>
                  <a:pt x="1111607" y="3058034"/>
                  <a:pt x="1190363" y="3061875"/>
                </a:cubicBezTo>
                <a:cubicBezTo>
                  <a:pt x="1269118" y="3065717"/>
                  <a:pt x="1353637" y="3068278"/>
                  <a:pt x="1437515" y="3068919"/>
                </a:cubicBezTo>
                <a:cubicBezTo>
                  <a:pt x="1479774" y="3068919"/>
                  <a:pt x="1522034" y="3069559"/>
                  <a:pt x="1563012" y="3068919"/>
                </a:cubicBezTo>
                <a:cubicBezTo>
                  <a:pt x="1604631" y="3068919"/>
                  <a:pt x="1644970" y="3068919"/>
                  <a:pt x="1684668" y="3067638"/>
                </a:cubicBezTo>
                <a:cubicBezTo>
                  <a:pt x="1724366" y="3066998"/>
                  <a:pt x="1762143" y="3065717"/>
                  <a:pt x="1798640" y="3065077"/>
                </a:cubicBezTo>
                <a:cubicBezTo>
                  <a:pt x="1835136" y="3063796"/>
                  <a:pt x="1869072" y="3062516"/>
                  <a:pt x="1900446" y="3061235"/>
                </a:cubicBezTo>
                <a:cubicBezTo>
                  <a:pt x="1963835" y="3059314"/>
                  <a:pt x="2016339" y="3055473"/>
                  <a:pt x="2052836" y="3053552"/>
                </a:cubicBezTo>
                <a:close/>
                <a:moveTo>
                  <a:pt x="1720524" y="2782068"/>
                </a:moveTo>
                <a:cubicBezTo>
                  <a:pt x="1745495" y="2791032"/>
                  <a:pt x="1778791" y="2802557"/>
                  <a:pt x="1812086" y="2816003"/>
                </a:cubicBezTo>
                <a:cubicBezTo>
                  <a:pt x="1820410" y="2819205"/>
                  <a:pt x="1828733" y="2822406"/>
                  <a:pt x="1836417" y="2826248"/>
                </a:cubicBezTo>
                <a:cubicBezTo>
                  <a:pt x="1844741" y="2830090"/>
                  <a:pt x="1852424" y="2835212"/>
                  <a:pt x="1858827" y="2840975"/>
                </a:cubicBezTo>
                <a:cubicBezTo>
                  <a:pt x="1872273" y="2852500"/>
                  <a:pt x="1880597" y="2866586"/>
                  <a:pt x="1885079" y="2879392"/>
                </a:cubicBezTo>
                <a:cubicBezTo>
                  <a:pt x="1889561" y="2892198"/>
                  <a:pt x="1889561" y="2904364"/>
                  <a:pt x="1888921" y="2912047"/>
                </a:cubicBezTo>
                <a:cubicBezTo>
                  <a:pt x="1888281" y="2919731"/>
                  <a:pt x="1885079" y="2923572"/>
                  <a:pt x="1885079" y="2923572"/>
                </a:cubicBezTo>
                <a:cubicBezTo>
                  <a:pt x="1885079" y="2923572"/>
                  <a:pt x="1885079" y="2922292"/>
                  <a:pt x="1885719" y="2920371"/>
                </a:cubicBezTo>
                <a:cubicBezTo>
                  <a:pt x="1885719" y="2918450"/>
                  <a:pt x="1886360" y="2915249"/>
                  <a:pt x="1886360" y="2911407"/>
                </a:cubicBezTo>
                <a:cubicBezTo>
                  <a:pt x="1886360" y="2903723"/>
                  <a:pt x="1884439" y="2892838"/>
                  <a:pt x="1879316" y="2881313"/>
                </a:cubicBezTo>
                <a:cubicBezTo>
                  <a:pt x="1876755" y="2875551"/>
                  <a:pt x="1873554" y="2869148"/>
                  <a:pt x="1868432" y="2864025"/>
                </a:cubicBezTo>
                <a:cubicBezTo>
                  <a:pt x="1863949" y="2858263"/>
                  <a:pt x="1858187" y="2853140"/>
                  <a:pt x="1852424" y="2848018"/>
                </a:cubicBezTo>
                <a:cubicBezTo>
                  <a:pt x="1846021" y="2842895"/>
                  <a:pt x="1838978" y="2839054"/>
                  <a:pt x="1831935" y="2835212"/>
                </a:cubicBezTo>
                <a:cubicBezTo>
                  <a:pt x="1823611" y="2831370"/>
                  <a:pt x="1815928" y="2828809"/>
                  <a:pt x="1807604" y="2825608"/>
                </a:cubicBezTo>
                <a:cubicBezTo>
                  <a:pt x="1774949" y="2812802"/>
                  <a:pt x="1742294" y="2798075"/>
                  <a:pt x="1717963" y="2787190"/>
                </a:cubicBezTo>
                <a:cubicBezTo>
                  <a:pt x="1693632" y="2776305"/>
                  <a:pt x="1678265" y="2767981"/>
                  <a:pt x="1678265" y="2767981"/>
                </a:cubicBezTo>
                <a:cubicBezTo>
                  <a:pt x="1678265" y="2767981"/>
                  <a:pt x="1695553" y="2773104"/>
                  <a:pt x="1720524" y="2781428"/>
                </a:cubicBezTo>
                <a:close/>
                <a:moveTo>
                  <a:pt x="1570696" y="2084790"/>
                </a:moveTo>
                <a:cubicBezTo>
                  <a:pt x="1575818" y="2101438"/>
                  <a:pt x="1582221" y="2124488"/>
                  <a:pt x="1586703" y="2153942"/>
                </a:cubicBezTo>
                <a:cubicBezTo>
                  <a:pt x="1591185" y="2182755"/>
                  <a:pt x="1595027" y="2217331"/>
                  <a:pt x="1595027" y="2253827"/>
                </a:cubicBezTo>
                <a:cubicBezTo>
                  <a:pt x="1595027" y="2290324"/>
                  <a:pt x="1592466" y="2330022"/>
                  <a:pt x="1586703" y="2368439"/>
                </a:cubicBezTo>
                <a:cubicBezTo>
                  <a:pt x="1580941" y="2406857"/>
                  <a:pt x="1575818" y="2444634"/>
                  <a:pt x="1572617" y="2480490"/>
                </a:cubicBezTo>
                <a:cubicBezTo>
                  <a:pt x="1571336" y="2498419"/>
                  <a:pt x="1569415" y="2515707"/>
                  <a:pt x="1569415" y="2532354"/>
                </a:cubicBezTo>
                <a:cubicBezTo>
                  <a:pt x="1569415" y="2549002"/>
                  <a:pt x="1569415" y="2564369"/>
                  <a:pt x="1570696" y="2578455"/>
                </a:cubicBezTo>
                <a:cubicBezTo>
                  <a:pt x="1573257" y="2606628"/>
                  <a:pt x="1579020" y="2630319"/>
                  <a:pt x="1584142" y="2646326"/>
                </a:cubicBezTo>
                <a:cubicBezTo>
                  <a:pt x="1589264" y="2662333"/>
                  <a:pt x="1591825" y="2671938"/>
                  <a:pt x="1591825" y="2671938"/>
                </a:cubicBezTo>
                <a:cubicBezTo>
                  <a:pt x="1591825" y="2671938"/>
                  <a:pt x="1587343" y="2662974"/>
                  <a:pt x="1580300" y="2647607"/>
                </a:cubicBezTo>
                <a:cubicBezTo>
                  <a:pt x="1573897" y="2632240"/>
                  <a:pt x="1564293" y="2609189"/>
                  <a:pt x="1559171" y="2579736"/>
                </a:cubicBezTo>
                <a:cubicBezTo>
                  <a:pt x="1554048" y="2550282"/>
                  <a:pt x="1552768" y="2515707"/>
                  <a:pt x="1554689" y="2479210"/>
                </a:cubicBezTo>
                <a:cubicBezTo>
                  <a:pt x="1556609" y="2442713"/>
                  <a:pt x="1561091" y="2403656"/>
                  <a:pt x="1566214" y="2365238"/>
                </a:cubicBezTo>
                <a:cubicBezTo>
                  <a:pt x="1568775" y="2346029"/>
                  <a:pt x="1571336" y="2327461"/>
                  <a:pt x="1572617" y="2308252"/>
                </a:cubicBezTo>
                <a:cubicBezTo>
                  <a:pt x="1573897" y="2289683"/>
                  <a:pt x="1575818" y="2271115"/>
                  <a:pt x="1575818" y="2253187"/>
                </a:cubicBezTo>
                <a:cubicBezTo>
                  <a:pt x="1575818" y="2244223"/>
                  <a:pt x="1575818" y="2235259"/>
                  <a:pt x="1575818" y="2226935"/>
                </a:cubicBezTo>
                <a:cubicBezTo>
                  <a:pt x="1575818" y="2217971"/>
                  <a:pt x="1575818" y="2209647"/>
                  <a:pt x="1575818" y="2201323"/>
                </a:cubicBezTo>
                <a:cubicBezTo>
                  <a:pt x="1575818" y="2184676"/>
                  <a:pt x="1575178" y="2169309"/>
                  <a:pt x="1573897" y="2154582"/>
                </a:cubicBezTo>
                <a:cubicBezTo>
                  <a:pt x="1571336" y="2125769"/>
                  <a:pt x="1568775" y="2102078"/>
                  <a:pt x="1565574" y="2085430"/>
                </a:cubicBezTo>
                <a:cubicBezTo>
                  <a:pt x="1563012" y="2068783"/>
                  <a:pt x="1560451" y="2059178"/>
                  <a:pt x="1560451" y="2059178"/>
                </a:cubicBezTo>
                <a:cubicBezTo>
                  <a:pt x="1560451" y="2059178"/>
                  <a:pt x="1564933" y="2068142"/>
                  <a:pt x="1569415" y="2084150"/>
                </a:cubicBezTo>
                <a:close/>
                <a:moveTo>
                  <a:pt x="1633444" y="1709579"/>
                </a:moveTo>
                <a:cubicBezTo>
                  <a:pt x="1621919" y="1728788"/>
                  <a:pt x="1611034" y="1742874"/>
                  <a:pt x="1603991" y="1752479"/>
                </a:cubicBezTo>
                <a:cubicBezTo>
                  <a:pt x="1596308" y="1762083"/>
                  <a:pt x="1592466" y="1766565"/>
                  <a:pt x="1592466" y="1766565"/>
                </a:cubicBezTo>
                <a:cubicBezTo>
                  <a:pt x="1592466" y="1766565"/>
                  <a:pt x="1603991" y="1743515"/>
                  <a:pt x="1619358" y="1702536"/>
                </a:cubicBezTo>
                <a:cubicBezTo>
                  <a:pt x="1623200" y="1692291"/>
                  <a:pt x="1627682" y="1680766"/>
                  <a:pt x="1631524" y="1667960"/>
                </a:cubicBezTo>
                <a:cubicBezTo>
                  <a:pt x="1635365" y="1655154"/>
                  <a:pt x="1640488" y="1642348"/>
                  <a:pt x="1644970" y="1627622"/>
                </a:cubicBezTo>
                <a:cubicBezTo>
                  <a:pt x="1649452" y="1612895"/>
                  <a:pt x="1653934" y="1597528"/>
                  <a:pt x="1659056" y="1580880"/>
                </a:cubicBezTo>
                <a:cubicBezTo>
                  <a:pt x="1663538" y="1564233"/>
                  <a:pt x="1668020" y="1546945"/>
                  <a:pt x="1673142" y="1529017"/>
                </a:cubicBezTo>
                <a:cubicBezTo>
                  <a:pt x="1678265" y="1511089"/>
                  <a:pt x="1682747" y="1491880"/>
                  <a:pt x="1686589" y="1472031"/>
                </a:cubicBezTo>
                <a:cubicBezTo>
                  <a:pt x="1691071" y="1452182"/>
                  <a:pt x="1696833" y="1432333"/>
                  <a:pt x="1700675" y="1411203"/>
                </a:cubicBezTo>
                <a:cubicBezTo>
                  <a:pt x="1708999" y="1368944"/>
                  <a:pt x="1718603" y="1325404"/>
                  <a:pt x="1726927" y="1279303"/>
                </a:cubicBezTo>
                <a:cubicBezTo>
                  <a:pt x="1731409" y="1256252"/>
                  <a:pt x="1735251" y="1233202"/>
                  <a:pt x="1739733" y="1209511"/>
                </a:cubicBezTo>
                <a:cubicBezTo>
                  <a:pt x="1742934" y="1185820"/>
                  <a:pt x="1746776" y="1161489"/>
                  <a:pt x="1750618" y="1137158"/>
                </a:cubicBezTo>
                <a:cubicBezTo>
                  <a:pt x="1758942" y="1089136"/>
                  <a:pt x="1765345" y="1039194"/>
                  <a:pt x="1771747" y="989891"/>
                </a:cubicBezTo>
                <a:cubicBezTo>
                  <a:pt x="1779431" y="940589"/>
                  <a:pt x="1783913" y="890646"/>
                  <a:pt x="1790316" y="841984"/>
                </a:cubicBezTo>
                <a:cubicBezTo>
                  <a:pt x="1793517" y="817653"/>
                  <a:pt x="1796078" y="793322"/>
                  <a:pt x="1799280" y="769631"/>
                </a:cubicBezTo>
                <a:cubicBezTo>
                  <a:pt x="1801841" y="745300"/>
                  <a:pt x="1804402" y="721609"/>
                  <a:pt x="1806963" y="698558"/>
                </a:cubicBezTo>
                <a:cubicBezTo>
                  <a:pt x="1811446" y="651817"/>
                  <a:pt x="1817848" y="606997"/>
                  <a:pt x="1821690" y="563457"/>
                </a:cubicBezTo>
                <a:cubicBezTo>
                  <a:pt x="1825532" y="520557"/>
                  <a:pt x="1830014" y="479579"/>
                  <a:pt x="1834496" y="442442"/>
                </a:cubicBezTo>
                <a:cubicBezTo>
                  <a:pt x="1838978" y="404664"/>
                  <a:pt x="1841539" y="370089"/>
                  <a:pt x="1844741" y="339995"/>
                </a:cubicBezTo>
                <a:cubicBezTo>
                  <a:pt x="1847302" y="309261"/>
                  <a:pt x="1851144" y="282369"/>
                  <a:pt x="1853705" y="260599"/>
                </a:cubicBezTo>
                <a:cubicBezTo>
                  <a:pt x="1858827" y="216419"/>
                  <a:pt x="1863309" y="191447"/>
                  <a:pt x="1863309" y="191447"/>
                </a:cubicBezTo>
                <a:cubicBezTo>
                  <a:pt x="1863309" y="191447"/>
                  <a:pt x="1866511" y="216419"/>
                  <a:pt x="1870993" y="260599"/>
                </a:cubicBezTo>
                <a:cubicBezTo>
                  <a:pt x="1872914" y="283009"/>
                  <a:pt x="1875475" y="309901"/>
                  <a:pt x="1877396" y="340635"/>
                </a:cubicBezTo>
                <a:cubicBezTo>
                  <a:pt x="1879316" y="371369"/>
                  <a:pt x="1882518" y="406585"/>
                  <a:pt x="1883158" y="444363"/>
                </a:cubicBezTo>
                <a:cubicBezTo>
                  <a:pt x="1884439" y="482140"/>
                  <a:pt x="1885079" y="523759"/>
                  <a:pt x="1885079" y="567299"/>
                </a:cubicBezTo>
                <a:cubicBezTo>
                  <a:pt x="1885719" y="610838"/>
                  <a:pt x="1883799" y="656939"/>
                  <a:pt x="1881878" y="704321"/>
                </a:cubicBezTo>
                <a:cubicBezTo>
                  <a:pt x="1879957" y="751703"/>
                  <a:pt x="1878036" y="801005"/>
                  <a:pt x="1872914" y="850948"/>
                </a:cubicBezTo>
                <a:cubicBezTo>
                  <a:pt x="1868432" y="900891"/>
                  <a:pt x="1863949" y="951474"/>
                  <a:pt x="1856266" y="1002057"/>
                </a:cubicBezTo>
                <a:cubicBezTo>
                  <a:pt x="1848583" y="1052640"/>
                  <a:pt x="1842180" y="1103223"/>
                  <a:pt x="1831935" y="1151885"/>
                </a:cubicBezTo>
                <a:cubicBezTo>
                  <a:pt x="1827453" y="1176856"/>
                  <a:pt x="1822330" y="1201187"/>
                  <a:pt x="1817208" y="1224878"/>
                </a:cubicBezTo>
                <a:cubicBezTo>
                  <a:pt x="1811446" y="1248569"/>
                  <a:pt x="1805683" y="1272260"/>
                  <a:pt x="1799920" y="1295951"/>
                </a:cubicBezTo>
                <a:cubicBezTo>
                  <a:pt x="1789676" y="1342692"/>
                  <a:pt x="1774309" y="1386872"/>
                  <a:pt x="1762143" y="1428491"/>
                </a:cubicBezTo>
                <a:cubicBezTo>
                  <a:pt x="1748057" y="1470110"/>
                  <a:pt x="1734611" y="1509168"/>
                  <a:pt x="1719244" y="1545024"/>
                </a:cubicBezTo>
                <a:cubicBezTo>
                  <a:pt x="1711560" y="1562952"/>
                  <a:pt x="1705157" y="1579600"/>
                  <a:pt x="1697474" y="1595607"/>
                </a:cubicBezTo>
                <a:cubicBezTo>
                  <a:pt x="1689790" y="1611614"/>
                  <a:pt x="1682107" y="1626341"/>
                  <a:pt x="1675704" y="1640428"/>
                </a:cubicBezTo>
                <a:cubicBezTo>
                  <a:pt x="1661617" y="1667960"/>
                  <a:pt x="1648171" y="1691651"/>
                  <a:pt x="1635365" y="1710860"/>
                </a:cubicBezTo>
                <a:close/>
                <a:moveTo>
                  <a:pt x="2756516" y="501989"/>
                </a:moveTo>
                <a:cubicBezTo>
                  <a:pt x="2756516" y="514154"/>
                  <a:pt x="2756516" y="528241"/>
                  <a:pt x="2754595" y="544888"/>
                </a:cubicBezTo>
                <a:cubicBezTo>
                  <a:pt x="2753315" y="561536"/>
                  <a:pt x="2750113" y="580104"/>
                  <a:pt x="2745631" y="599953"/>
                </a:cubicBezTo>
                <a:cubicBezTo>
                  <a:pt x="2736027" y="640292"/>
                  <a:pt x="2721300" y="685752"/>
                  <a:pt x="2698890" y="732494"/>
                </a:cubicBezTo>
                <a:cubicBezTo>
                  <a:pt x="2688005" y="755544"/>
                  <a:pt x="2675840" y="779235"/>
                  <a:pt x="2661753" y="802286"/>
                </a:cubicBezTo>
                <a:cubicBezTo>
                  <a:pt x="2648307" y="825336"/>
                  <a:pt x="2633580" y="848387"/>
                  <a:pt x="2618213" y="871437"/>
                </a:cubicBezTo>
                <a:cubicBezTo>
                  <a:pt x="2586839" y="916258"/>
                  <a:pt x="2552903" y="959157"/>
                  <a:pt x="2519608" y="997575"/>
                </a:cubicBezTo>
                <a:cubicBezTo>
                  <a:pt x="2486313" y="1035992"/>
                  <a:pt x="2452378" y="1069928"/>
                  <a:pt x="2422924" y="1098100"/>
                </a:cubicBezTo>
                <a:cubicBezTo>
                  <a:pt x="2393471" y="1126273"/>
                  <a:pt x="2367859" y="1148683"/>
                  <a:pt x="2349931" y="1164051"/>
                </a:cubicBezTo>
                <a:cubicBezTo>
                  <a:pt x="2332003" y="1179418"/>
                  <a:pt x="2321118" y="1187741"/>
                  <a:pt x="2321118" y="1187741"/>
                </a:cubicBezTo>
                <a:cubicBezTo>
                  <a:pt x="2321118" y="1187741"/>
                  <a:pt x="2330722" y="1178137"/>
                  <a:pt x="2347370" y="1161489"/>
                </a:cubicBezTo>
                <a:cubicBezTo>
                  <a:pt x="2364017" y="1144842"/>
                  <a:pt x="2387068" y="1119870"/>
                  <a:pt x="2415241" y="1090417"/>
                </a:cubicBezTo>
                <a:cubicBezTo>
                  <a:pt x="2442773" y="1060964"/>
                  <a:pt x="2474148" y="1025107"/>
                  <a:pt x="2506162" y="986049"/>
                </a:cubicBezTo>
                <a:cubicBezTo>
                  <a:pt x="2522169" y="966841"/>
                  <a:pt x="2538177" y="945711"/>
                  <a:pt x="2554824" y="925222"/>
                </a:cubicBezTo>
                <a:cubicBezTo>
                  <a:pt x="2570832" y="904092"/>
                  <a:pt x="2586839" y="882322"/>
                  <a:pt x="2602206" y="860552"/>
                </a:cubicBezTo>
                <a:cubicBezTo>
                  <a:pt x="2617573" y="838142"/>
                  <a:pt x="2632300" y="815732"/>
                  <a:pt x="2645746" y="793322"/>
                </a:cubicBezTo>
                <a:cubicBezTo>
                  <a:pt x="2659192" y="770911"/>
                  <a:pt x="2671998" y="747861"/>
                  <a:pt x="2683523" y="725451"/>
                </a:cubicBezTo>
                <a:cubicBezTo>
                  <a:pt x="2706574" y="680630"/>
                  <a:pt x="2724502" y="637090"/>
                  <a:pt x="2735387" y="598673"/>
                </a:cubicBezTo>
                <a:cubicBezTo>
                  <a:pt x="2740509" y="579464"/>
                  <a:pt x="2745631" y="561536"/>
                  <a:pt x="2748192" y="545529"/>
                </a:cubicBezTo>
                <a:cubicBezTo>
                  <a:pt x="2751394" y="529521"/>
                  <a:pt x="2752675" y="515435"/>
                  <a:pt x="2753955" y="503269"/>
                </a:cubicBezTo>
                <a:cubicBezTo>
                  <a:pt x="2755236" y="491744"/>
                  <a:pt x="2755236" y="482140"/>
                  <a:pt x="2755236" y="475737"/>
                </a:cubicBezTo>
                <a:cubicBezTo>
                  <a:pt x="2755236" y="469334"/>
                  <a:pt x="2755236" y="466132"/>
                  <a:pt x="2755236" y="466132"/>
                </a:cubicBezTo>
                <a:cubicBezTo>
                  <a:pt x="2755236" y="466132"/>
                  <a:pt x="2755236" y="469334"/>
                  <a:pt x="2755876" y="475737"/>
                </a:cubicBezTo>
                <a:cubicBezTo>
                  <a:pt x="2755876" y="482140"/>
                  <a:pt x="2757797" y="491744"/>
                  <a:pt x="2757157" y="503269"/>
                </a:cubicBezTo>
                <a:close/>
                <a:moveTo>
                  <a:pt x="2565069" y="157512"/>
                </a:moveTo>
                <a:cubicBezTo>
                  <a:pt x="2565069" y="157512"/>
                  <a:pt x="2568271" y="157512"/>
                  <a:pt x="2569551" y="157512"/>
                </a:cubicBezTo>
                <a:cubicBezTo>
                  <a:pt x="2566350" y="157512"/>
                  <a:pt x="2563788" y="157512"/>
                  <a:pt x="2560587" y="157512"/>
                </a:cubicBezTo>
                <a:cubicBezTo>
                  <a:pt x="2561867" y="157512"/>
                  <a:pt x="2563148" y="157512"/>
                  <a:pt x="2564429" y="157512"/>
                </a:cubicBezTo>
                <a:close/>
                <a:moveTo>
                  <a:pt x="2356334" y="255476"/>
                </a:moveTo>
                <a:cubicBezTo>
                  <a:pt x="2365938" y="247153"/>
                  <a:pt x="2379384" y="234987"/>
                  <a:pt x="2397953" y="222822"/>
                </a:cubicBezTo>
                <a:cubicBezTo>
                  <a:pt x="2407557" y="217059"/>
                  <a:pt x="2417162" y="210016"/>
                  <a:pt x="2428687" y="204893"/>
                </a:cubicBezTo>
                <a:cubicBezTo>
                  <a:pt x="2434450" y="202332"/>
                  <a:pt x="2440212" y="199131"/>
                  <a:pt x="2445975" y="195929"/>
                </a:cubicBezTo>
                <a:cubicBezTo>
                  <a:pt x="2452378" y="193368"/>
                  <a:pt x="2458140" y="190807"/>
                  <a:pt x="2464543" y="188246"/>
                </a:cubicBezTo>
                <a:cubicBezTo>
                  <a:pt x="2477349" y="182483"/>
                  <a:pt x="2491435" y="179922"/>
                  <a:pt x="2505522" y="175440"/>
                </a:cubicBezTo>
                <a:cubicBezTo>
                  <a:pt x="2520249" y="173519"/>
                  <a:pt x="2534335" y="169677"/>
                  <a:pt x="2549702" y="169677"/>
                </a:cubicBezTo>
                <a:lnTo>
                  <a:pt x="2572112" y="169677"/>
                </a:lnTo>
                <a:cubicBezTo>
                  <a:pt x="2579796" y="169677"/>
                  <a:pt x="2586839" y="170958"/>
                  <a:pt x="2594522" y="171598"/>
                </a:cubicBezTo>
                <a:cubicBezTo>
                  <a:pt x="2609249" y="172238"/>
                  <a:pt x="2623336" y="177361"/>
                  <a:pt x="2636782" y="181843"/>
                </a:cubicBezTo>
                <a:cubicBezTo>
                  <a:pt x="2650228" y="185044"/>
                  <a:pt x="2661753" y="192728"/>
                  <a:pt x="2673278" y="198490"/>
                </a:cubicBezTo>
                <a:cubicBezTo>
                  <a:pt x="2684804" y="203613"/>
                  <a:pt x="2694408" y="211296"/>
                  <a:pt x="2702732" y="218340"/>
                </a:cubicBezTo>
                <a:cubicBezTo>
                  <a:pt x="2711056" y="225383"/>
                  <a:pt x="2720020" y="230505"/>
                  <a:pt x="2725782" y="237548"/>
                </a:cubicBezTo>
                <a:cubicBezTo>
                  <a:pt x="2731545" y="243951"/>
                  <a:pt x="2737308" y="249714"/>
                  <a:pt x="2741149" y="254836"/>
                </a:cubicBezTo>
                <a:cubicBezTo>
                  <a:pt x="2749473" y="264441"/>
                  <a:pt x="2753955" y="269563"/>
                  <a:pt x="2753955" y="269563"/>
                </a:cubicBezTo>
                <a:cubicBezTo>
                  <a:pt x="2753955" y="269563"/>
                  <a:pt x="2748192" y="265081"/>
                  <a:pt x="2737948" y="257397"/>
                </a:cubicBezTo>
                <a:cubicBezTo>
                  <a:pt x="2732825" y="253556"/>
                  <a:pt x="2727063" y="249074"/>
                  <a:pt x="2720020" y="243311"/>
                </a:cubicBezTo>
                <a:cubicBezTo>
                  <a:pt x="2713617" y="237548"/>
                  <a:pt x="2704012" y="233707"/>
                  <a:pt x="2695688" y="227944"/>
                </a:cubicBezTo>
                <a:cubicBezTo>
                  <a:pt x="2686724" y="222822"/>
                  <a:pt x="2677120" y="216419"/>
                  <a:pt x="2665595" y="212577"/>
                </a:cubicBezTo>
                <a:cubicBezTo>
                  <a:pt x="2654710" y="208095"/>
                  <a:pt x="2643185" y="202332"/>
                  <a:pt x="2630379" y="199771"/>
                </a:cubicBezTo>
                <a:cubicBezTo>
                  <a:pt x="2623976" y="197850"/>
                  <a:pt x="2617573" y="196570"/>
                  <a:pt x="2611170" y="194649"/>
                </a:cubicBezTo>
                <a:cubicBezTo>
                  <a:pt x="2604767" y="192728"/>
                  <a:pt x="2597724" y="192728"/>
                  <a:pt x="2591321" y="192088"/>
                </a:cubicBezTo>
                <a:cubicBezTo>
                  <a:pt x="2584278" y="192088"/>
                  <a:pt x="2577875" y="190167"/>
                  <a:pt x="2570832" y="190167"/>
                </a:cubicBezTo>
                <a:lnTo>
                  <a:pt x="2550342" y="190167"/>
                </a:lnTo>
                <a:cubicBezTo>
                  <a:pt x="2536256" y="190167"/>
                  <a:pt x="2522810" y="194008"/>
                  <a:pt x="2509364" y="195289"/>
                </a:cubicBezTo>
                <a:cubicBezTo>
                  <a:pt x="2496558" y="199131"/>
                  <a:pt x="2482471" y="201052"/>
                  <a:pt x="2470306" y="205534"/>
                </a:cubicBezTo>
                <a:cubicBezTo>
                  <a:pt x="2463903" y="207455"/>
                  <a:pt x="2458140" y="209375"/>
                  <a:pt x="2451737" y="211937"/>
                </a:cubicBezTo>
                <a:cubicBezTo>
                  <a:pt x="2445975" y="214498"/>
                  <a:pt x="2440212" y="216419"/>
                  <a:pt x="2434450" y="218980"/>
                </a:cubicBezTo>
                <a:cubicBezTo>
                  <a:pt x="2422924" y="223462"/>
                  <a:pt x="2413320" y="228584"/>
                  <a:pt x="2403075" y="233066"/>
                </a:cubicBezTo>
                <a:cubicBezTo>
                  <a:pt x="2384507" y="243311"/>
                  <a:pt x="2368500" y="251635"/>
                  <a:pt x="2358255" y="258678"/>
                </a:cubicBezTo>
                <a:cubicBezTo>
                  <a:pt x="2347370" y="265081"/>
                  <a:pt x="2341607" y="269563"/>
                  <a:pt x="2341607" y="269563"/>
                </a:cubicBezTo>
                <a:cubicBezTo>
                  <a:pt x="2341607" y="269563"/>
                  <a:pt x="2346089" y="263800"/>
                  <a:pt x="2355694" y="255476"/>
                </a:cubicBezTo>
                <a:close/>
                <a:moveTo>
                  <a:pt x="2321758" y="722889"/>
                </a:moveTo>
                <a:cubicBezTo>
                  <a:pt x="2330722" y="724810"/>
                  <a:pt x="2339046" y="725451"/>
                  <a:pt x="2347370" y="725451"/>
                </a:cubicBezTo>
                <a:cubicBezTo>
                  <a:pt x="2350571" y="725451"/>
                  <a:pt x="2353132" y="725451"/>
                  <a:pt x="2355053" y="725451"/>
                </a:cubicBezTo>
                <a:lnTo>
                  <a:pt x="2355053" y="725451"/>
                </a:lnTo>
                <a:cubicBezTo>
                  <a:pt x="2355053" y="725451"/>
                  <a:pt x="2355053" y="725451"/>
                  <a:pt x="2355053" y="725451"/>
                </a:cubicBezTo>
                <a:cubicBezTo>
                  <a:pt x="2362096" y="724810"/>
                  <a:pt x="2366579" y="723530"/>
                  <a:pt x="2367219" y="722889"/>
                </a:cubicBezTo>
                <a:lnTo>
                  <a:pt x="2399874" y="713925"/>
                </a:lnTo>
                <a:lnTo>
                  <a:pt x="2377464" y="688314"/>
                </a:lnTo>
                <a:cubicBezTo>
                  <a:pt x="2377464" y="688314"/>
                  <a:pt x="2376183" y="686393"/>
                  <a:pt x="2373622" y="683191"/>
                </a:cubicBezTo>
                <a:lnTo>
                  <a:pt x="2373622" y="683191"/>
                </a:lnTo>
                <a:cubicBezTo>
                  <a:pt x="2373622" y="683191"/>
                  <a:pt x="2373622" y="682551"/>
                  <a:pt x="2373622" y="682551"/>
                </a:cubicBezTo>
                <a:cubicBezTo>
                  <a:pt x="2370420" y="678709"/>
                  <a:pt x="2365938" y="671666"/>
                  <a:pt x="2360176" y="663342"/>
                </a:cubicBezTo>
                <a:cubicBezTo>
                  <a:pt x="2346730" y="642213"/>
                  <a:pt x="2335204" y="621083"/>
                  <a:pt x="2324960" y="598033"/>
                </a:cubicBezTo>
                <a:cubicBezTo>
                  <a:pt x="2312154" y="569860"/>
                  <a:pt x="2307672" y="532723"/>
                  <a:pt x="2312794" y="493025"/>
                </a:cubicBezTo>
                <a:cubicBezTo>
                  <a:pt x="2314075" y="482140"/>
                  <a:pt x="2315995" y="470614"/>
                  <a:pt x="2318557" y="457809"/>
                </a:cubicBezTo>
                <a:lnTo>
                  <a:pt x="2318557" y="456528"/>
                </a:lnTo>
                <a:cubicBezTo>
                  <a:pt x="2321118" y="446283"/>
                  <a:pt x="2324319" y="432197"/>
                  <a:pt x="2327521" y="425154"/>
                </a:cubicBezTo>
                <a:lnTo>
                  <a:pt x="2327521" y="425154"/>
                </a:lnTo>
                <a:cubicBezTo>
                  <a:pt x="2327521" y="425154"/>
                  <a:pt x="2327521" y="424513"/>
                  <a:pt x="2327521" y="424513"/>
                </a:cubicBezTo>
                <a:cubicBezTo>
                  <a:pt x="2335204" y="405305"/>
                  <a:pt x="2348010" y="384815"/>
                  <a:pt x="2365298" y="366247"/>
                </a:cubicBezTo>
                <a:cubicBezTo>
                  <a:pt x="2404356" y="324628"/>
                  <a:pt x="2458140" y="294534"/>
                  <a:pt x="2513205" y="282369"/>
                </a:cubicBezTo>
                <a:cubicBezTo>
                  <a:pt x="2528572" y="279167"/>
                  <a:pt x="2543939" y="277246"/>
                  <a:pt x="2558026" y="277246"/>
                </a:cubicBezTo>
                <a:cubicBezTo>
                  <a:pt x="2572112" y="277246"/>
                  <a:pt x="2584918" y="278527"/>
                  <a:pt x="2596443" y="281728"/>
                </a:cubicBezTo>
                <a:cubicBezTo>
                  <a:pt x="2621415" y="288131"/>
                  <a:pt x="2642544" y="301577"/>
                  <a:pt x="2659832" y="322067"/>
                </a:cubicBezTo>
                <a:cubicBezTo>
                  <a:pt x="2691847" y="361125"/>
                  <a:pt x="2709135" y="431557"/>
                  <a:pt x="2706574" y="516075"/>
                </a:cubicBezTo>
                <a:cubicBezTo>
                  <a:pt x="2704653" y="578184"/>
                  <a:pt x="2680322" y="650536"/>
                  <a:pt x="2635501" y="730573"/>
                </a:cubicBezTo>
                <a:cubicBezTo>
                  <a:pt x="2599645" y="793962"/>
                  <a:pt x="2553544" y="858631"/>
                  <a:pt x="2490155" y="933545"/>
                </a:cubicBezTo>
                <a:cubicBezTo>
                  <a:pt x="2441493" y="991172"/>
                  <a:pt x="2386428" y="1051359"/>
                  <a:pt x="2322398" y="1117949"/>
                </a:cubicBezTo>
                <a:cubicBezTo>
                  <a:pt x="2264772" y="1176216"/>
                  <a:pt x="2209067" y="1233202"/>
                  <a:pt x="2155922" y="1286346"/>
                </a:cubicBezTo>
                <a:cubicBezTo>
                  <a:pt x="2152721" y="1289548"/>
                  <a:pt x="2149520" y="1292749"/>
                  <a:pt x="2146318" y="1295951"/>
                </a:cubicBezTo>
                <a:cubicBezTo>
                  <a:pt x="2216750" y="1101302"/>
                  <a:pt x="2255808" y="877840"/>
                  <a:pt x="2276297" y="703681"/>
                </a:cubicBezTo>
                <a:cubicBezTo>
                  <a:pt x="2295506" y="715846"/>
                  <a:pt x="2312154" y="720969"/>
                  <a:pt x="2320478" y="722249"/>
                </a:cubicBezTo>
                <a:close/>
                <a:moveTo>
                  <a:pt x="2346730" y="704321"/>
                </a:moveTo>
                <a:cubicBezTo>
                  <a:pt x="2346730" y="704321"/>
                  <a:pt x="2348010" y="704321"/>
                  <a:pt x="2348010" y="704321"/>
                </a:cubicBezTo>
                <a:lnTo>
                  <a:pt x="2348010" y="704321"/>
                </a:lnTo>
                <a:cubicBezTo>
                  <a:pt x="2348010" y="704321"/>
                  <a:pt x="2347370" y="704321"/>
                  <a:pt x="2346730" y="704321"/>
                </a:cubicBezTo>
                <a:close/>
                <a:moveTo>
                  <a:pt x="2007375" y="1469470"/>
                </a:moveTo>
                <a:cubicBezTo>
                  <a:pt x="2028504" y="1436815"/>
                  <a:pt x="2054756" y="1387512"/>
                  <a:pt x="2079088" y="1325404"/>
                </a:cubicBezTo>
                <a:cubicBezTo>
                  <a:pt x="2104059" y="1263936"/>
                  <a:pt x="2125829" y="1189022"/>
                  <a:pt x="2144397" y="1107705"/>
                </a:cubicBezTo>
                <a:cubicBezTo>
                  <a:pt x="2163606" y="1026388"/>
                  <a:pt x="2178333" y="938668"/>
                  <a:pt x="2189858" y="850308"/>
                </a:cubicBezTo>
                <a:cubicBezTo>
                  <a:pt x="2202664" y="761947"/>
                  <a:pt x="2212909" y="673587"/>
                  <a:pt x="2221873" y="590349"/>
                </a:cubicBezTo>
                <a:cubicBezTo>
                  <a:pt x="2226355" y="548730"/>
                  <a:pt x="2230197" y="509032"/>
                  <a:pt x="2234679" y="470614"/>
                </a:cubicBezTo>
                <a:cubicBezTo>
                  <a:pt x="2236599" y="451406"/>
                  <a:pt x="2237240" y="432837"/>
                  <a:pt x="2238520" y="414909"/>
                </a:cubicBezTo>
                <a:cubicBezTo>
                  <a:pt x="2238520" y="396981"/>
                  <a:pt x="2239161" y="379693"/>
                  <a:pt x="2238520" y="363045"/>
                </a:cubicBezTo>
                <a:cubicBezTo>
                  <a:pt x="2237240" y="329750"/>
                  <a:pt x="2235959" y="299657"/>
                  <a:pt x="2230837" y="272764"/>
                </a:cubicBezTo>
                <a:cubicBezTo>
                  <a:pt x="2226355" y="246512"/>
                  <a:pt x="2219952" y="223462"/>
                  <a:pt x="2212268" y="205534"/>
                </a:cubicBezTo>
                <a:cubicBezTo>
                  <a:pt x="2204585" y="187606"/>
                  <a:pt x="2195621" y="175440"/>
                  <a:pt x="2187937" y="167756"/>
                </a:cubicBezTo>
                <a:cubicBezTo>
                  <a:pt x="2180254" y="160713"/>
                  <a:pt x="2175131" y="158152"/>
                  <a:pt x="2175131" y="158152"/>
                </a:cubicBezTo>
                <a:cubicBezTo>
                  <a:pt x="2175131" y="158152"/>
                  <a:pt x="2180894" y="160073"/>
                  <a:pt x="2188577" y="166476"/>
                </a:cubicBezTo>
                <a:cubicBezTo>
                  <a:pt x="2196261" y="173519"/>
                  <a:pt x="2206506" y="185044"/>
                  <a:pt x="2215470" y="202973"/>
                </a:cubicBezTo>
                <a:cubicBezTo>
                  <a:pt x="2225074" y="220260"/>
                  <a:pt x="2232117" y="243311"/>
                  <a:pt x="2238520" y="270203"/>
                </a:cubicBezTo>
                <a:cubicBezTo>
                  <a:pt x="2244923" y="297095"/>
                  <a:pt x="2248125" y="327829"/>
                  <a:pt x="2250045" y="361765"/>
                </a:cubicBezTo>
                <a:cubicBezTo>
                  <a:pt x="2250686" y="378412"/>
                  <a:pt x="2250686" y="396341"/>
                  <a:pt x="2251326" y="414269"/>
                </a:cubicBezTo>
                <a:cubicBezTo>
                  <a:pt x="2251326" y="432197"/>
                  <a:pt x="2251326" y="451406"/>
                  <a:pt x="2249405" y="470614"/>
                </a:cubicBezTo>
                <a:cubicBezTo>
                  <a:pt x="2248125" y="489823"/>
                  <a:pt x="2246844" y="509672"/>
                  <a:pt x="2245563" y="529521"/>
                </a:cubicBezTo>
                <a:cubicBezTo>
                  <a:pt x="2243643" y="549370"/>
                  <a:pt x="2241722" y="569860"/>
                  <a:pt x="2239801" y="590989"/>
                </a:cubicBezTo>
                <a:cubicBezTo>
                  <a:pt x="2231477" y="674227"/>
                  <a:pt x="2222513" y="763228"/>
                  <a:pt x="2210347" y="852228"/>
                </a:cubicBezTo>
                <a:cubicBezTo>
                  <a:pt x="2197542" y="940589"/>
                  <a:pt x="2181534" y="1028949"/>
                  <a:pt x="2161685" y="1110906"/>
                </a:cubicBezTo>
                <a:cubicBezTo>
                  <a:pt x="2141836" y="1192864"/>
                  <a:pt x="2116224" y="1267137"/>
                  <a:pt x="2089332" y="1329246"/>
                </a:cubicBezTo>
                <a:cubicBezTo>
                  <a:pt x="2063080" y="1391354"/>
                  <a:pt x="2032986" y="1438736"/>
                  <a:pt x="2010576" y="1471391"/>
                </a:cubicBezTo>
                <a:cubicBezTo>
                  <a:pt x="1999051" y="1487398"/>
                  <a:pt x="1989447" y="1499563"/>
                  <a:pt x="1982403" y="1507247"/>
                </a:cubicBezTo>
                <a:cubicBezTo>
                  <a:pt x="1975360" y="1514930"/>
                  <a:pt x="1972159" y="1519412"/>
                  <a:pt x="1972159" y="1519412"/>
                </a:cubicBezTo>
                <a:cubicBezTo>
                  <a:pt x="1972159" y="1519412"/>
                  <a:pt x="1975360" y="1514930"/>
                  <a:pt x="1981763" y="1506607"/>
                </a:cubicBezTo>
                <a:cubicBezTo>
                  <a:pt x="1988166" y="1498283"/>
                  <a:pt x="1996490" y="1485477"/>
                  <a:pt x="2007375" y="1469470"/>
                </a:cubicBezTo>
                <a:close/>
                <a:moveTo>
                  <a:pt x="552632" y="640292"/>
                </a:moveTo>
                <a:cubicBezTo>
                  <a:pt x="555833" y="634529"/>
                  <a:pt x="557754" y="628126"/>
                  <a:pt x="560315" y="621083"/>
                </a:cubicBezTo>
                <a:cubicBezTo>
                  <a:pt x="562877" y="614040"/>
                  <a:pt x="565438" y="606997"/>
                  <a:pt x="567359" y="599313"/>
                </a:cubicBezTo>
                <a:cubicBezTo>
                  <a:pt x="569920" y="591630"/>
                  <a:pt x="571200" y="583306"/>
                  <a:pt x="573121" y="575622"/>
                </a:cubicBezTo>
                <a:cubicBezTo>
                  <a:pt x="575042" y="567299"/>
                  <a:pt x="575682" y="558975"/>
                  <a:pt x="576963" y="550651"/>
                </a:cubicBezTo>
                <a:cubicBezTo>
                  <a:pt x="578244" y="542327"/>
                  <a:pt x="578244" y="533363"/>
                  <a:pt x="578884" y="525039"/>
                </a:cubicBezTo>
                <a:cubicBezTo>
                  <a:pt x="578884" y="516715"/>
                  <a:pt x="578884" y="508392"/>
                  <a:pt x="578884" y="500068"/>
                </a:cubicBezTo>
                <a:cubicBezTo>
                  <a:pt x="578884" y="484061"/>
                  <a:pt x="576963" y="468694"/>
                  <a:pt x="575682" y="455247"/>
                </a:cubicBezTo>
                <a:cubicBezTo>
                  <a:pt x="572481" y="428995"/>
                  <a:pt x="569279" y="411067"/>
                  <a:pt x="569279" y="411067"/>
                </a:cubicBezTo>
                <a:cubicBezTo>
                  <a:pt x="569279" y="411067"/>
                  <a:pt x="579524" y="426434"/>
                  <a:pt x="587208" y="452686"/>
                </a:cubicBezTo>
                <a:cubicBezTo>
                  <a:pt x="591049" y="465492"/>
                  <a:pt x="594891" y="481499"/>
                  <a:pt x="596812" y="498147"/>
                </a:cubicBezTo>
                <a:cubicBezTo>
                  <a:pt x="598093" y="506471"/>
                  <a:pt x="598093" y="515435"/>
                  <a:pt x="598733" y="524399"/>
                </a:cubicBezTo>
                <a:cubicBezTo>
                  <a:pt x="598733" y="533363"/>
                  <a:pt x="598733" y="542967"/>
                  <a:pt x="597452" y="551932"/>
                </a:cubicBezTo>
                <a:cubicBezTo>
                  <a:pt x="594891" y="570500"/>
                  <a:pt x="591690" y="588428"/>
                  <a:pt x="585287" y="605076"/>
                </a:cubicBezTo>
                <a:cubicBezTo>
                  <a:pt x="584006" y="608917"/>
                  <a:pt x="582085" y="613400"/>
                  <a:pt x="580805" y="617241"/>
                </a:cubicBezTo>
                <a:cubicBezTo>
                  <a:pt x="578884" y="621083"/>
                  <a:pt x="576963" y="624285"/>
                  <a:pt x="575042" y="628126"/>
                </a:cubicBezTo>
                <a:cubicBezTo>
                  <a:pt x="571200" y="635169"/>
                  <a:pt x="567999" y="641572"/>
                  <a:pt x="563517" y="647335"/>
                </a:cubicBezTo>
                <a:cubicBezTo>
                  <a:pt x="559675" y="653098"/>
                  <a:pt x="555833" y="658220"/>
                  <a:pt x="551992" y="662062"/>
                </a:cubicBezTo>
                <a:cubicBezTo>
                  <a:pt x="548150" y="665903"/>
                  <a:pt x="544308" y="669105"/>
                  <a:pt x="541747" y="672306"/>
                </a:cubicBezTo>
                <a:cubicBezTo>
                  <a:pt x="535984" y="677429"/>
                  <a:pt x="532783" y="680630"/>
                  <a:pt x="532783" y="680630"/>
                </a:cubicBezTo>
                <a:cubicBezTo>
                  <a:pt x="532783" y="680630"/>
                  <a:pt x="534704" y="676788"/>
                  <a:pt x="538545" y="669745"/>
                </a:cubicBezTo>
                <a:cubicBezTo>
                  <a:pt x="540466" y="666544"/>
                  <a:pt x="543027" y="662702"/>
                  <a:pt x="545589" y="657580"/>
                </a:cubicBezTo>
                <a:cubicBezTo>
                  <a:pt x="548150" y="653098"/>
                  <a:pt x="550711" y="647335"/>
                  <a:pt x="553272" y="641572"/>
                </a:cubicBezTo>
                <a:close/>
                <a:moveTo>
                  <a:pt x="288832" y="157512"/>
                </a:moveTo>
                <a:cubicBezTo>
                  <a:pt x="288832" y="157512"/>
                  <a:pt x="291393" y="157512"/>
                  <a:pt x="292673" y="157512"/>
                </a:cubicBezTo>
                <a:cubicBezTo>
                  <a:pt x="289472" y="157512"/>
                  <a:pt x="286911" y="157512"/>
                  <a:pt x="283709" y="157512"/>
                </a:cubicBezTo>
                <a:cubicBezTo>
                  <a:pt x="284990" y="157512"/>
                  <a:pt x="286911" y="157512"/>
                  <a:pt x="288191" y="157512"/>
                </a:cubicBezTo>
                <a:close/>
                <a:moveTo>
                  <a:pt x="145406" y="813171"/>
                </a:moveTo>
                <a:cubicBezTo>
                  <a:pt x="140924" y="807408"/>
                  <a:pt x="133241" y="799084"/>
                  <a:pt x="125557" y="787559"/>
                </a:cubicBezTo>
                <a:cubicBezTo>
                  <a:pt x="110190" y="764508"/>
                  <a:pt x="90981" y="728652"/>
                  <a:pt x="75614" y="682551"/>
                </a:cubicBezTo>
                <a:cubicBezTo>
                  <a:pt x="59607" y="637090"/>
                  <a:pt x="47442" y="581385"/>
                  <a:pt x="42960" y="520557"/>
                </a:cubicBezTo>
                <a:cubicBezTo>
                  <a:pt x="41039" y="490464"/>
                  <a:pt x="41039" y="458449"/>
                  <a:pt x="44240" y="426434"/>
                </a:cubicBezTo>
                <a:cubicBezTo>
                  <a:pt x="48082" y="394420"/>
                  <a:pt x="54485" y="361765"/>
                  <a:pt x="65370" y="329750"/>
                </a:cubicBezTo>
                <a:cubicBezTo>
                  <a:pt x="77535" y="298376"/>
                  <a:pt x="94183" y="268282"/>
                  <a:pt x="117874" y="242671"/>
                </a:cubicBezTo>
                <a:cubicBezTo>
                  <a:pt x="141565" y="217059"/>
                  <a:pt x="170378" y="199771"/>
                  <a:pt x="200471" y="188246"/>
                </a:cubicBezTo>
                <a:cubicBezTo>
                  <a:pt x="230565" y="176721"/>
                  <a:pt x="261939" y="172879"/>
                  <a:pt x="290753" y="174159"/>
                </a:cubicBezTo>
                <a:cubicBezTo>
                  <a:pt x="319566" y="175440"/>
                  <a:pt x="345818" y="180562"/>
                  <a:pt x="369508" y="188886"/>
                </a:cubicBezTo>
                <a:cubicBezTo>
                  <a:pt x="416250" y="204253"/>
                  <a:pt x="450825" y="226023"/>
                  <a:pt x="473236" y="242030"/>
                </a:cubicBezTo>
                <a:cubicBezTo>
                  <a:pt x="484761" y="250354"/>
                  <a:pt x="493085" y="257397"/>
                  <a:pt x="498207" y="262520"/>
                </a:cubicBezTo>
                <a:cubicBezTo>
                  <a:pt x="503970" y="267642"/>
                  <a:pt x="505891" y="270843"/>
                  <a:pt x="505891" y="270843"/>
                </a:cubicBezTo>
                <a:cubicBezTo>
                  <a:pt x="505891" y="270843"/>
                  <a:pt x="503329" y="267642"/>
                  <a:pt x="496926" y="263800"/>
                </a:cubicBezTo>
                <a:cubicBezTo>
                  <a:pt x="490524" y="259958"/>
                  <a:pt x="480919" y="254836"/>
                  <a:pt x="468754" y="248433"/>
                </a:cubicBezTo>
                <a:cubicBezTo>
                  <a:pt x="444423" y="236268"/>
                  <a:pt x="407926" y="220901"/>
                  <a:pt x="363105" y="211296"/>
                </a:cubicBezTo>
                <a:cubicBezTo>
                  <a:pt x="340695" y="206814"/>
                  <a:pt x="316364" y="204253"/>
                  <a:pt x="290753" y="204893"/>
                </a:cubicBezTo>
                <a:cubicBezTo>
                  <a:pt x="265141" y="206174"/>
                  <a:pt x="238889" y="211296"/>
                  <a:pt x="214558" y="222181"/>
                </a:cubicBezTo>
                <a:cubicBezTo>
                  <a:pt x="189586" y="232426"/>
                  <a:pt x="166536" y="249714"/>
                  <a:pt x="147967" y="269563"/>
                </a:cubicBezTo>
                <a:cubicBezTo>
                  <a:pt x="129399" y="290052"/>
                  <a:pt x="115313" y="316304"/>
                  <a:pt x="105068" y="343837"/>
                </a:cubicBezTo>
                <a:cubicBezTo>
                  <a:pt x="94823" y="371369"/>
                  <a:pt x="88420" y="400823"/>
                  <a:pt x="84579" y="430276"/>
                </a:cubicBezTo>
                <a:cubicBezTo>
                  <a:pt x="80737" y="459729"/>
                  <a:pt x="78816" y="489183"/>
                  <a:pt x="79456" y="517996"/>
                </a:cubicBezTo>
                <a:cubicBezTo>
                  <a:pt x="80097" y="575622"/>
                  <a:pt x="87780" y="629407"/>
                  <a:pt x="98025" y="674868"/>
                </a:cubicBezTo>
                <a:cubicBezTo>
                  <a:pt x="108269" y="720328"/>
                  <a:pt x="121075" y="757465"/>
                  <a:pt x="131960" y="782437"/>
                </a:cubicBezTo>
                <a:cubicBezTo>
                  <a:pt x="142845" y="807408"/>
                  <a:pt x="151809" y="820854"/>
                  <a:pt x="151809" y="820854"/>
                </a:cubicBezTo>
                <a:cubicBezTo>
                  <a:pt x="151809" y="820854"/>
                  <a:pt x="149248" y="817653"/>
                  <a:pt x="144126" y="812530"/>
                </a:cubicBezTo>
                <a:close/>
                <a:moveTo>
                  <a:pt x="697338" y="1286346"/>
                </a:moveTo>
                <a:cubicBezTo>
                  <a:pt x="643553" y="1233202"/>
                  <a:pt x="587848" y="1176856"/>
                  <a:pt x="530862" y="1117949"/>
                </a:cubicBezTo>
                <a:cubicBezTo>
                  <a:pt x="466192" y="1051359"/>
                  <a:pt x="411127" y="991172"/>
                  <a:pt x="363105" y="933545"/>
                </a:cubicBezTo>
                <a:cubicBezTo>
                  <a:pt x="300357" y="858631"/>
                  <a:pt x="254256" y="793962"/>
                  <a:pt x="217759" y="730573"/>
                </a:cubicBezTo>
                <a:cubicBezTo>
                  <a:pt x="172299" y="650536"/>
                  <a:pt x="148608" y="578184"/>
                  <a:pt x="146687" y="516075"/>
                </a:cubicBezTo>
                <a:cubicBezTo>
                  <a:pt x="144766" y="431557"/>
                  <a:pt x="161414" y="361125"/>
                  <a:pt x="193428" y="322067"/>
                </a:cubicBezTo>
                <a:cubicBezTo>
                  <a:pt x="210716" y="301577"/>
                  <a:pt x="231846" y="287491"/>
                  <a:pt x="256177" y="281728"/>
                </a:cubicBezTo>
                <a:cubicBezTo>
                  <a:pt x="268342" y="278527"/>
                  <a:pt x="281148" y="277246"/>
                  <a:pt x="294594" y="277246"/>
                </a:cubicBezTo>
                <a:cubicBezTo>
                  <a:pt x="308040" y="277246"/>
                  <a:pt x="324048" y="279167"/>
                  <a:pt x="339415" y="282369"/>
                </a:cubicBezTo>
                <a:cubicBezTo>
                  <a:pt x="394480" y="293894"/>
                  <a:pt x="448264" y="324628"/>
                  <a:pt x="487322" y="366247"/>
                </a:cubicBezTo>
                <a:cubicBezTo>
                  <a:pt x="504610" y="384815"/>
                  <a:pt x="518056" y="405305"/>
                  <a:pt x="525099" y="424513"/>
                </a:cubicBezTo>
                <a:lnTo>
                  <a:pt x="525099" y="424513"/>
                </a:lnTo>
                <a:cubicBezTo>
                  <a:pt x="525099" y="424513"/>
                  <a:pt x="525099" y="425154"/>
                  <a:pt x="525099" y="425154"/>
                </a:cubicBezTo>
                <a:cubicBezTo>
                  <a:pt x="528301" y="432197"/>
                  <a:pt x="531502" y="446283"/>
                  <a:pt x="534063" y="456528"/>
                </a:cubicBezTo>
                <a:lnTo>
                  <a:pt x="534063" y="457809"/>
                </a:lnTo>
                <a:cubicBezTo>
                  <a:pt x="537265" y="470614"/>
                  <a:pt x="539186" y="482140"/>
                  <a:pt x="540466" y="492384"/>
                </a:cubicBezTo>
                <a:cubicBezTo>
                  <a:pt x="545589" y="532723"/>
                  <a:pt x="540466" y="569860"/>
                  <a:pt x="528301" y="597392"/>
                </a:cubicBezTo>
                <a:cubicBezTo>
                  <a:pt x="518056" y="621083"/>
                  <a:pt x="506531" y="642213"/>
                  <a:pt x="493085" y="663342"/>
                </a:cubicBezTo>
                <a:cubicBezTo>
                  <a:pt x="487322" y="671666"/>
                  <a:pt x="482840" y="678709"/>
                  <a:pt x="479639" y="682551"/>
                </a:cubicBezTo>
                <a:lnTo>
                  <a:pt x="479639" y="682551"/>
                </a:lnTo>
                <a:cubicBezTo>
                  <a:pt x="479639" y="682551"/>
                  <a:pt x="479639" y="683191"/>
                  <a:pt x="479639" y="683191"/>
                </a:cubicBezTo>
                <a:cubicBezTo>
                  <a:pt x="477077" y="687033"/>
                  <a:pt x="475797" y="688314"/>
                  <a:pt x="475797" y="688314"/>
                </a:cubicBezTo>
                <a:lnTo>
                  <a:pt x="454667" y="713285"/>
                </a:lnTo>
                <a:lnTo>
                  <a:pt x="486042" y="722249"/>
                </a:lnTo>
                <a:cubicBezTo>
                  <a:pt x="486042" y="722249"/>
                  <a:pt x="491164" y="723530"/>
                  <a:pt x="498207" y="724810"/>
                </a:cubicBezTo>
                <a:lnTo>
                  <a:pt x="498207" y="724810"/>
                </a:lnTo>
                <a:cubicBezTo>
                  <a:pt x="498207" y="724810"/>
                  <a:pt x="498207" y="724810"/>
                  <a:pt x="498207" y="724810"/>
                </a:cubicBezTo>
                <a:cubicBezTo>
                  <a:pt x="500768" y="724810"/>
                  <a:pt x="503329" y="724810"/>
                  <a:pt x="505891" y="724810"/>
                </a:cubicBezTo>
                <a:cubicBezTo>
                  <a:pt x="514214" y="724810"/>
                  <a:pt x="522538" y="723530"/>
                  <a:pt x="531502" y="722249"/>
                </a:cubicBezTo>
                <a:cubicBezTo>
                  <a:pt x="541747" y="720328"/>
                  <a:pt x="569279" y="712645"/>
                  <a:pt x="595531" y="688314"/>
                </a:cubicBezTo>
                <a:cubicBezTo>
                  <a:pt x="617942" y="882322"/>
                  <a:pt x="660841" y="1126273"/>
                  <a:pt x="740878" y="1330526"/>
                </a:cubicBezTo>
                <a:cubicBezTo>
                  <a:pt x="726151" y="1315800"/>
                  <a:pt x="711424" y="1301073"/>
                  <a:pt x="696057" y="1286346"/>
                </a:cubicBezTo>
                <a:close/>
                <a:moveTo>
                  <a:pt x="507811" y="704321"/>
                </a:moveTo>
                <a:cubicBezTo>
                  <a:pt x="507811" y="704321"/>
                  <a:pt x="507171" y="704321"/>
                  <a:pt x="506531" y="704321"/>
                </a:cubicBezTo>
                <a:lnTo>
                  <a:pt x="506531" y="704321"/>
                </a:lnTo>
                <a:cubicBezTo>
                  <a:pt x="506531" y="704321"/>
                  <a:pt x="507811" y="704321"/>
                  <a:pt x="507811" y="704321"/>
                </a:cubicBezTo>
                <a:close/>
                <a:moveTo>
                  <a:pt x="849727" y="1407361"/>
                </a:moveTo>
                <a:cubicBezTo>
                  <a:pt x="849727" y="1407361"/>
                  <a:pt x="628186" y="1068647"/>
                  <a:pt x="658920" y="313743"/>
                </a:cubicBezTo>
                <a:cubicBezTo>
                  <a:pt x="661481" y="256757"/>
                  <a:pt x="691575" y="206174"/>
                  <a:pt x="738316" y="176721"/>
                </a:cubicBezTo>
                <a:cubicBezTo>
                  <a:pt x="735755" y="178001"/>
                  <a:pt x="734475" y="178641"/>
                  <a:pt x="734475" y="178641"/>
                </a:cubicBezTo>
                <a:cubicBezTo>
                  <a:pt x="734475" y="178641"/>
                  <a:pt x="738316" y="175440"/>
                  <a:pt x="746000" y="170318"/>
                </a:cubicBezTo>
                <a:cubicBezTo>
                  <a:pt x="753684" y="165195"/>
                  <a:pt x="765209" y="158152"/>
                  <a:pt x="780576" y="150469"/>
                </a:cubicBezTo>
                <a:cubicBezTo>
                  <a:pt x="811310" y="134461"/>
                  <a:pt x="858051" y="116533"/>
                  <a:pt x="915677" y="102447"/>
                </a:cubicBezTo>
                <a:cubicBezTo>
                  <a:pt x="944490" y="95403"/>
                  <a:pt x="975865" y="88360"/>
                  <a:pt x="1009800" y="83878"/>
                </a:cubicBezTo>
                <a:cubicBezTo>
                  <a:pt x="1043736" y="78756"/>
                  <a:pt x="1078952" y="74914"/>
                  <a:pt x="1116089" y="72993"/>
                </a:cubicBezTo>
                <a:cubicBezTo>
                  <a:pt x="1153226" y="71072"/>
                  <a:pt x="1191003" y="69152"/>
                  <a:pt x="1229420" y="68511"/>
                </a:cubicBezTo>
                <a:cubicBezTo>
                  <a:pt x="1267838" y="67871"/>
                  <a:pt x="1307536" y="67231"/>
                  <a:pt x="1346594" y="66590"/>
                </a:cubicBezTo>
                <a:cubicBezTo>
                  <a:pt x="1377328" y="66590"/>
                  <a:pt x="1407421" y="66590"/>
                  <a:pt x="1437515" y="67231"/>
                </a:cubicBezTo>
                <a:cubicBezTo>
                  <a:pt x="1445839" y="67231"/>
                  <a:pt x="1454803" y="67231"/>
                  <a:pt x="1463767" y="67231"/>
                </a:cubicBezTo>
                <a:cubicBezTo>
                  <a:pt x="1502185" y="67231"/>
                  <a:pt x="1540602" y="69792"/>
                  <a:pt x="1577099" y="71713"/>
                </a:cubicBezTo>
                <a:cubicBezTo>
                  <a:pt x="1650732" y="75554"/>
                  <a:pt x="1719244" y="81317"/>
                  <a:pt x="1777510" y="88360"/>
                </a:cubicBezTo>
                <a:cubicBezTo>
                  <a:pt x="1835777" y="94763"/>
                  <a:pt x="1884439" y="101806"/>
                  <a:pt x="1918374" y="106929"/>
                </a:cubicBezTo>
                <a:cubicBezTo>
                  <a:pt x="1952310" y="112691"/>
                  <a:pt x="1971519" y="115253"/>
                  <a:pt x="1971519" y="115253"/>
                </a:cubicBezTo>
                <a:cubicBezTo>
                  <a:pt x="1971519" y="115253"/>
                  <a:pt x="1951669" y="115253"/>
                  <a:pt x="1917734" y="115253"/>
                </a:cubicBezTo>
                <a:cubicBezTo>
                  <a:pt x="1883799" y="115253"/>
                  <a:pt x="1834496" y="113972"/>
                  <a:pt x="1775589" y="112691"/>
                </a:cubicBezTo>
                <a:cubicBezTo>
                  <a:pt x="1717323" y="111411"/>
                  <a:pt x="1648811" y="110770"/>
                  <a:pt x="1575178" y="109490"/>
                </a:cubicBezTo>
                <a:cubicBezTo>
                  <a:pt x="1538681" y="109490"/>
                  <a:pt x="1500904" y="109490"/>
                  <a:pt x="1462487" y="108850"/>
                </a:cubicBezTo>
                <a:cubicBezTo>
                  <a:pt x="1454163" y="108850"/>
                  <a:pt x="1445199" y="108850"/>
                  <a:pt x="1436875" y="108850"/>
                </a:cubicBezTo>
                <a:cubicBezTo>
                  <a:pt x="1406781" y="108850"/>
                  <a:pt x="1376687" y="108850"/>
                  <a:pt x="1345953" y="108850"/>
                </a:cubicBezTo>
                <a:cubicBezTo>
                  <a:pt x="1338270" y="108850"/>
                  <a:pt x="1330586" y="108850"/>
                  <a:pt x="1322903" y="108850"/>
                </a:cubicBezTo>
                <a:cubicBezTo>
                  <a:pt x="952814" y="478938"/>
                  <a:pt x="1084714" y="1635946"/>
                  <a:pt x="1084714" y="1635946"/>
                </a:cubicBezTo>
                <a:cubicBezTo>
                  <a:pt x="911836" y="628767"/>
                  <a:pt x="1148103" y="199771"/>
                  <a:pt x="1209571" y="108850"/>
                </a:cubicBezTo>
                <a:cubicBezTo>
                  <a:pt x="1182679" y="108850"/>
                  <a:pt x="1156427" y="108850"/>
                  <a:pt x="1131456" y="108850"/>
                </a:cubicBezTo>
                <a:cubicBezTo>
                  <a:pt x="1071909" y="198490"/>
                  <a:pt x="849087" y="608277"/>
                  <a:pt x="1013642" y="1564873"/>
                </a:cubicBezTo>
                <a:cubicBezTo>
                  <a:pt x="1013642" y="1564873"/>
                  <a:pt x="926562" y="1513010"/>
                  <a:pt x="848447" y="1406721"/>
                </a:cubicBezTo>
                <a:close/>
              </a:path>
            </a:pathLst>
          </a:custGeom>
          <a:solidFill>
            <a:srgbClr val="FF0000">
              <a:alpha val="9000"/>
            </a:srgbClr>
          </a:solidFill>
          <a:ln w="63923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1026" name="Picture 2" descr="What is EC2?">
            <a:extLst>
              <a:ext uri="{FF2B5EF4-FFF2-40B4-BE49-F238E27FC236}">
                <a16:creationId xmlns:a16="http://schemas.microsoft.com/office/drawing/2014/main" id="{AD7EE614-C7AC-CDF9-37DD-2C5C6693B8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56" t="14265" r="33027" b="14555"/>
          <a:stretch>
            <a:fillRect/>
          </a:stretch>
        </p:blipFill>
        <p:spPr bwMode="auto">
          <a:xfrm>
            <a:off x="8426276" y="2298749"/>
            <a:ext cx="2693704" cy="369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rkbun Review – Pros, Cons &amp; Alternative Domain Registrars">
            <a:extLst>
              <a:ext uri="{FF2B5EF4-FFF2-40B4-BE49-F238E27FC236}">
                <a16:creationId xmlns:a16="http://schemas.microsoft.com/office/drawing/2014/main" id="{C5A34ADE-F5F4-0B7F-DB1C-1837C66E3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35" y="2384607"/>
            <a:ext cx="7620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ginx Consulting, Load Balancing &amp; High-Performance Web Server Solutions in  US &amp; India">
            <a:extLst>
              <a:ext uri="{FF2B5EF4-FFF2-40B4-BE49-F238E27FC236}">
                <a16:creationId xmlns:a16="http://schemas.microsoft.com/office/drawing/2014/main" id="{0C11BF14-9AF6-1B36-3DFD-A8303E68D2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8" t="35446" r="10376" b="35810"/>
          <a:stretch>
            <a:fillRect/>
          </a:stretch>
        </p:blipFill>
        <p:spPr bwMode="auto">
          <a:xfrm>
            <a:off x="1791222" y="4745655"/>
            <a:ext cx="4797469" cy="115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4A1DD-40F7-9AF2-1A2F-D6F1DF0693E1}"/>
              </a:ext>
            </a:extLst>
          </p:cNvPr>
          <p:cNvSpPr txBox="1"/>
          <p:nvPr/>
        </p:nvSpPr>
        <p:spPr>
          <a:xfrm>
            <a:off x="2760945" y="1163385"/>
            <a:ext cx="6670110" cy="9029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30000"/>
              </a:lnSpc>
            </a:pPr>
            <a:r>
              <a:rPr lang="en-US" sz="2100">
                <a:latin typeface="Poppins Medium"/>
                <a:cs typeface="Poppins Medium"/>
              </a:rPr>
              <a:t>Accessed through a </a:t>
            </a:r>
            <a:r>
              <a:rPr lang="en-US" sz="2100" b="1" i="1" err="1">
                <a:latin typeface="Poppins Medium"/>
                <a:cs typeface="Poppins Medium"/>
              </a:rPr>
              <a:t>porkbun</a:t>
            </a:r>
            <a:r>
              <a:rPr lang="en-US" sz="2100">
                <a:latin typeface="Poppins Medium"/>
                <a:cs typeface="Poppins Medium"/>
              </a:rPr>
              <a:t> domain, served through </a:t>
            </a:r>
            <a:r>
              <a:rPr lang="en-US" sz="2100" b="1" i="1">
                <a:latin typeface="Poppins Medium"/>
                <a:cs typeface="Poppins Medium"/>
              </a:rPr>
              <a:t>NGINX</a:t>
            </a:r>
            <a:r>
              <a:rPr lang="en-US" sz="2100">
                <a:latin typeface="Poppins Medium"/>
                <a:cs typeface="Poppins Medium"/>
              </a:rPr>
              <a:t>, hosted on an </a:t>
            </a:r>
            <a:r>
              <a:rPr lang="en-US" sz="2100" b="1" i="1">
                <a:latin typeface="Poppins Medium"/>
                <a:cs typeface="Poppins Medium"/>
              </a:rPr>
              <a:t>AWS EC2 </a:t>
            </a:r>
            <a:r>
              <a:rPr lang="en-US" sz="2100">
                <a:latin typeface="Poppins Medium"/>
                <a:cs typeface="Poppins Medium"/>
              </a:rPr>
              <a:t>Instance.</a:t>
            </a:r>
          </a:p>
        </p:txBody>
      </p:sp>
    </p:spTree>
    <p:extLst>
      <p:ext uri="{BB962C8B-B14F-4D97-AF65-F5344CB8AC3E}">
        <p14:creationId xmlns:p14="http://schemas.microsoft.com/office/powerpoint/2010/main" val="2491893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13AC-84D6-4493-94BF-9CD80EDE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BFC2787-E717-2015-39C2-C812CAA4949E}"/>
              </a:ext>
            </a:extLst>
          </p:cNvPr>
          <p:cNvSpPr txBox="1"/>
          <p:nvPr/>
        </p:nvSpPr>
        <p:spPr>
          <a:xfrm>
            <a:off x="3814469" y="142953"/>
            <a:ext cx="4563065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500" b="1">
                <a:solidFill>
                  <a:srgbClr val="FF0000"/>
                </a:solidFill>
                <a:latin typeface="Poppins SemiBold"/>
                <a:cs typeface="Poppins SemiBold"/>
              </a:rPr>
              <a:t>Website </a:t>
            </a:r>
            <a:endParaRPr lang="en-US" sz="4500" b="1">
              <a:solidFill>
                <a:srgbClr val="FF0000"/>
              </a:solidFill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6" name="Graphic 9">
            <a:extLst>
              <a:ext uri="{FF2B5EF4-FFF2-40B4-BE49-F238E27FC236}">
                <a16:creationId xmlns:a16="http://schemas.microsoft.com/office/drawing/2014/main" id="{ECC09F50-EC0B-B412-B8DE-CB30D94F817C}"/>
              </a:ext>
            </a:extLst>
          </p:cNvPr>
          <p:cNvSpPr/>
          <p:nvPr/>
        </p:nvSpPr>
        <p:spPr>
          <a:xfrm>
            <a:off x="220927" y="147659"/>
            <a:ext cx="1014413" cy="518012"/>
          </a:xfrm>
          <a:custGeom>
            <a:avLst/>
            <a:gdLst>
              <a:gd name="connsiteX0" fmla="*/ 3484508 w 5585039"/>
              <a:gd name="connsiteY0" fmla="*/ 2738580 h 2765812"/>
              <a:gd name="connsiteX1" fmla="*/ 3575943 w 5585039"/>
              <a:gd name="connsiteY1" fmla="*/ 2753509 h 2765812"/>
              <a:gd name="connsiteX2" fmla="*/ 3583407 w 5585039"/>
              <a:gd name="connsiteY2" fmla="*/ 2746666 h 2765812"/>
              <a:gd name="connsiteX3" fmla="*/ 3595226 w 5585039"/>
              <a:gd name="connsiteY3" fmla="*/ 2731116 h 2765812"/>
              <a:gd name="connsiteX4" fmla="*/ 3602068 w 5585039"/>
              <a:gd name="connsiteY4" fmla="*/ 2688819 h 2765812"/>
              <a:gd name="connsiteX5" fmla="*/ 3590872 w 5585039"/>
              <a:gd name="connsiteY5" fmla="*/ 2661451 h 2765812"/>
              <a:gd name="connsiteX6" fmla="*/ 3498192 w 5585039"/>
              <a:gd name="connsiteY6" fmla="*/ 2532072 h 2765812"/>
              <a:gd name="connsiteX7" fmla="*/ 3473933 w 5585039"/>
              <a:gd name="connsiteY7" fmla="*/ 2497862 h 2765812"/>
              <a:gd name="connsiteX8" fmla="*/ 3348909 w 5585039"/>
              <a:gd name="connsiteY8" fmla="*/ 2323699 h 2765812"/>
              <a:gd name="connsiteX9" fmla="*/ 3322163 w 5585039"/>
              <a:gd name="connsiteY9" fmla="*/ 2286378 h 2765812"/>
              <a:gd name="connsiteX10" fmla="*/ 3190296 w 5585039"/>
              <a:gd name="connsiteY10" fmla="*/ 2102263 h 2765812"/>
              <a:gd name="connsiteX11" fmla="*/ 3161062 w 5585039"/>
              <a:gd name="connsiteY11" fmla="*/ 2061210 h 2765812"/>
              <a:gd name="connsiteX12" fmla="*/ 2930296 w 5585039"/>
              <a:gd name="connsiteY12" fmla="*/ 1739630 h 2765812"/>
              <a:gd name="connsiteX13" fmla="*/ 2895463 w 5585039"/>
              <a:gd name="connsiteY13" fmla="*/ 1690491 h 2765812"/>
              <a:gd name="connsiteX14" fmla="*/ 2873693 w 5585039"/>
              <a:gd name="connsiteY14" fmla="*/ 1660013 h 2765812"/>
              <a:gd name="connsiteX15" fmla="*/ 2895463 w 5585039"/>
              <a:gd name="connsiteY15" fmla="*/ 1629534 h 2765812"/>
              <a:gd name="connsiteX16" fmla="*/ 2930296 w 5585039"/>
              <a:gd name="connsiteY16" fmla="*/ 1580395 h 2765812"/>
              <a:gd name="connsiteX17" fmla="*/ 3118143 w 5585039"/>
              <a:gd name="connsiteY17" fmla="*/ 1318528 h 2765812"/>
              <a:gd name="connsiteX18" fmla="*/ 3268048 w 5585039"/>
              <a:gd name="connsiteY18" fmla="*/ 1330347 h 2765812"/>
              <a:gd name="connsiteX19" fmla="*/ 3302880 w 5585039"/>
              <a:gd name="connsiteY19" fmla="*/ 1334079 h 2765812"/>
              <a:gd name="connsiteX20" fmla="*/ 3557283 w 5585039"/>
              <a:gd name="connsiteY20" fmla="*/ 1372021 h 2765812"/>
              <a:gd name="connsiteX21" fmla="*/ 3591494 w 5585039"/>
              <a:gd name="connsiteY21" fmla="*/ 1378863 h 2765812"/>
              <a:gd name="connsiteX22" fmla="*/ 3602068 w 5585039"/>
              <a:gd name="connsiteY22" fmla="*/ 1380729 h 2765812"/>
              <a:gd name="connsiteX23" fmla="*/ 3880107 w 5585039"/>
              <a:gd name="connsiteY23" fmla="*/ 1455371 h 2765812"/>
              <a:gd name="connsiteX24" fmla="*/ 3913073 w 5585039"/>
              <a:gd name="connsiteY24" fmla="*/ 1467189 h 2765812"/>
              <a:gd name="connsiteX25" fmla="*/ 4044318 w 5585039"/>
              <a:gd name="connsiteY25" fmla="*/ 1521304 h 2765812"/>
              <a:gd name="connsiteX26" fmla="*/ 3911207 w 5585039"/>
              <a:gd name="connsiteY26" fmla="*/ 1720348 h 2765812"/>
              <a:gd name="connsiteX27" fmla="*/ 3916183 w 5585039"/>
              <a:gd name="connsiteY27" fmla="*/ 1915037 h 2765812"/>
              <a:gd name="connsiteX28" fmla="*/ 3916183 w 5585039"/>
              <a:gd name="connsiteY28" fmla="*/ 1915037 h 2765812"/>
              <a:gd name="connsiteX29" fmla="*/ 3977763 w 5585039"/>
              <a:gd name="connsiteY29" fmla="*/ 1991545 h 2765812"/>
              <a:gd name="connsiteX30" fmla="*/ 4003887 w 5585039"/>
              <a:gd name="connsiteY30" fmla="*/ 2016425 h 2765812"/>
              <a:gd name="connsiteX31" fmla="*/ 4030634 w 5585039"/>
              <a:gd name="connsiteY31" fmla="*/ 2040061 h 2765812"/>
              <a:gd name="connsiteX32" fmla="*/ 4082260 w 5585039"/>
              <a:gd name="connsiteY32" fmla="*/ 2082358 h 2765812"/>
              <a:gd name="connsiteX33" fmla="*/ 4227189 w 5585039"/>
              <a:gd name="connsiteY33" fmla="*/ 2180014 h 2765812"/>
              <a:gd name="connsiteX34" fmla="*/ 4258290 w 5585039"/>
              <a:gd name="connsiteY34" fmla="*/ 2196808 h 2765812"/>
              <a:gd name="connsiteX35" fmla="*/ 4525133 w 5585039"/>
              <a:gd name="connsiteY35" fmla="*/ 2278292 h 2765812"/>
              <a:gd name="connsiteX36" fmla="*/ 4555611 w 5585039"/>
              <a:gd name="connsiteY36" fmla="*/ 2280158 h 2765812"/>
              <a:gd name="connsiteX37" fmla="*/ 4582980 w 5585039"/>
              <a:gd name="connsiteY37" fmla="*/ 2280158 h 2765812"/>
              <a:gd name="connsiteX38" fmla="*/ 4797573 w 5585039"/>
              <a:gd name="connsiteY38" fmla="*/ 2221067 h 2765812"/>
              <a:gd name="connsiteX39" fmla="*/ 4801306 w 5585039"/>
              <a:gd name="connsiteY39" fmla="*/ 2218579 h 2765812"/>
              <a:gd name="connsiteX40" fmla="*/ 4803794 w 5585039"/>
              <a:gd name="connsiteY40" fmla="*/ 2214847 h 2765812"/>
              <a:gd name="connsiteX41" fmla="*/ 5519107 w 5585039"/>
              <a:gd name="connsiteY41" fmla="*/ 1360203 h 2765812"/>
              <a:gd name="connsiteX42" fmla="*/ 5585040 w 5585039"/>
              <a:gd name="connsiteY42" fmla="*/ 1324748 h 2765812"/>
              <a:gd name="connsiteX43" fmla="*/ 5509777 w 5585039"/>
              <a:gd name="connsiteY43" fmla="*/ 1319150 h 2765812"/>
              <a:gd name="connsiteX44" fmla="*/ 4801306 w 5585039"/>
              <a:gd name="connsiteY44" fmla="*/ 1042977 h 2765812"/>
              <a:gd name="connsiteX45" fmla="*/ 4855421 w 5585039"/>
              <a:gd name="connsiteY45" fmla="*/ 897427 h 2765812"/>
              <a:gd name="connsiteX46" fmla="*/ 4825564 w 5585039"/>
              <a:gd name="connsiteY46" fmla="*/ 552210 h 2765812"/>
              <a:gd name="connsiteX47" fmla="*/ 4581114 w 5585039"/>
              <a:gd name="connsiteY47" fmla="*/ 304028 h 2765812"/>
              <a:gd name="connsiteX48" fmla="*/ 3986471 w 5585039"/>
              <a:gd name="connsiteY48" fmla="*/ 106850 h 2765812"/>
              <a:gd name="connsiteX49" fmla="*/ 3988337 w 5585039"/>
              <a:gd name="connsiteY49" fmla="*/ 103740 h 2765812"/>
              <a:gd name="connsiteX50" fmla="*/ 3973409 w 5585039"/>
              <a:gd name="connsiteY50" fmla="*/ 12304 h 2765812"/>
              <a:gd name="connsiteX51" fmla="*/ 3881973 w 5585039"/>
              <a:gd name="connsiteY51" fmla="*/ 27233 h 2765812"/>
              <a:gd name="connsiteX52" fmla="*/ 2792209 w 5585039"/>
              <a:gd name="connsiteY52" fmla="*/ 1546184 h 2765812"/>
              <a:gd name="connsiteX53" fmla="*/ 1703067 w 5585039"/>
              <a:gd name="connsiteY53" fmla="*/ 29721 h 2765812"/>
              <a:gd name="connsiteX54" fmla="*/ 1611631 w 5585039"/>
              <a:gd name="connsiteY54" fmla="*/ 14792 h 2765812"/>
              <a:gd name="connsiteX55" fmla="*/ 1596703 w 5585039"/>
              <a:gd name="connsiteY55" fmla="*/ 106228 h 2765812"/>
              <a:gd name="connsiteX56" fmla="*/ 1598569 w 5585039"/>
              <a:gd name="connsiteY56" fmla="*/ 109338 h 2765812"/>
              <a:gd name="connsiteX57" fmla="*/ 1003926 w 5585039"/>
              <a:gd name="connsiteY57" fmla="*/ 306516 h 2765812"/>
              <a:gd name="connsiteX58" fmla="*/ 759476 w 5585039"/>
              <a:gd name="connsiteY58" fmla="*/ 554698 h 2765812"/>
              <a:gd name="connsiteX59" fmla="*/ 729619 w 5585039"/>
              <a:gd name="connsiteY59" fmla="*/ 899915 h 2765812"/>
              <a:gd name="connsiteX60" fmla="*/ 783734 w 5585039"/>
              <a:gd name="connsiteY60" fmla="*/ 1045465 h 2765812"/>
              <a:gd name="connsiteX61" fmla="*/ 75263 w 5585039"/>
              <a:gd name="connsiteY61" fmla="*/ 1321638 h 2765812"/>
              <a:gd name="connsiteX62" fmla="*/ 0 w 5585039"/>
              <a:gd name="connsiteY62" fmla="*/ 1327236 h 2765812"/>
              <a:gd name="connsiteX63" fmla="*/ 65933 w 5585039"/>
              <a:gd name="connsiteY63" fmla="*/ 1362691 h 2765812"/>
              <a:gd name="connsiteX64" fmla="*/ 781246 w 5585039"/>
              <a:gd name="connsiteY64" fmla="*/ 2217335 h 2765812"/>
              <a:gd name="connsiteX65" fmla="*/ 783734 w 5585039"/>
              <a:gd name="connsiteY65" fmla="*/ 2221067 h 2765812"/>
              <a:gd name="connsiteX66" fmla="*/ 787466 w 5585039"/>
              <a:gd name="connsiteY66" fmla="*/ 2223555 h 2765812"/>
              <a:gd name="connsiteX67" fmla="*/ 1002060 w 5585039"/>
              <a:gd name="connsiteY67" fmla="*/ 2282646 h 2765812"/>
              <a:gd name="connsiteX68" fmla="*/ 1117754 w 5585039"/>
              <a:gd name="connsiteY68" fmla="*/ 2273316 h 2765812"/>
              <a:gd name="connsiteX69" fmla="*/ 1158185 w 5585039"/>
              <a:gd name="connsiteY69" fmla="*/ 2264608 h 2765812"/>
              <a:gd name="connsiteX70" fmla="*/ 1411344 w 5585039"/>
              <a:gd name="connsiteY70" fmla="*/ 2150780 h 2765812"/>
              <a:gd name="connsiteX71" fmla="*/ 1440578 w 5585039"/>
              <a:gd name="connsiteY71" fmla="*/ 2131497 h 2765812"/>
              <a:gd name="connsiteX72" fmla="*/ 1503401 w 5585039"/>
              <a:gd name="connsiteY72" fmla="*/ 2085468 h 2765812"/>
              <a:gd name="connsiteX73" fmla="*/ 1555028 w 5585039"/>
              <a:gd name="connsiteY73" fmla="*/ 2043172 h 2765812"/>
              <a:gd name="connsiteX74" fmla="*/ 1660148 w 5585039"/>
              <a:gd name="connsiteY74" fmla="*/ 1934320 h 2765812"/>
              <a:gd name="connsiteX75" fmla="*/ 1669478 w 5585039"/>
              <a:gd name="connsiteY75" fmla="*/ 1918147 h 2765812"/>
              <a:gd name="connsiteX76" fmla="*/ 1669478 w 5585039"/>
              <a:gd name="connsiteY76" fmla="*/ 1918147 h 2765812"/>
              <a:gd name="connsiteX77" fmla="*/ 1678187 w 5585039"/>
              <a:gd name="connsiteY77" fmla="*/ 1895133 h 2765812"/>
              <a:gd name="connsiteX78" fmla="*/ 1674455 w 5585039"/>
              <a:gd name="connsiteY78" fmla="*/ 1723458 h 2765812"/>
              <a:gd name="connsiteX79" fmla="*/ 1541344 w 5585039"/>
              <a:gd name="connsiteY79" fmla="*/ 1524414 h 2765812"/>
              <a:gd name="connsiteX80" fmla="*/ 1780197 w 5585039"/>
              <a:gd name="connsiteY80" fmla="*/ 1434845 h 2765812"/>
              <a:gd name="connsiteX81" fmla="*/ 1813785 w 5585039"/>
              <a:gd name="connsiteY81" fmla="*/ 1424892 h 2765812"/>
              <a:gd name="connsiteX82" fmla="*/ 1983594 w 5585039"/>
              <a:gd name="connsiteY82" fmla="*/ 1383839 h 2765812"/>
              <a:gd name="connsiteX83" fmla="*/ 2115461 w 5585039"/>
              <a:gd name="connsiteY83" fmla="*/ 1359581 h 2765812"/>
              <a:gd name="connsiteX84" fmla="*/ 2150293 w 5585039"/>
              <a:gd name="connsiteY84" fmla="*/ 1353983 h 2765812"/>
              <a:gd name="connsiteX85" fmla="*/ 2467519 w 5585039"/>
              <a:gd name="connsiteY85" fmla="*/ 1321016 h 2765812"/>
              <a:gd name="connsiteX86" fmla="*/ 2522878 w 5585039"/>
              <a:gd name="connsiteY86" fmla="*/ 1398146 h 2765812"/>
              <a:gd name="connsiteX87" fmla="*/ 2566419 w 5585039"/>
              <a:gd name="connsiteY87" fmla="*/ 1458481 h 2765812"/>
              <a:gd name="connsiteX88" fmla="*/ 2712592 w 5585039"/>
              <a:gd name="connsiteY88" fmla="*/ 1661879 h 2765812"/>
              <a:gd name="connsiteX89" fmla="*/ 2611826 w 5585039"/>
              <a:gd name="connsiteY89" fmla="*/ 1802453 h 2765812"/>
              <a:gd name="connsiteX90" fmla="*/ 2581969 w 5585039"/>
              <a:gd name="connsiteY90" fmla="*/ 1844128 h 2765812"/>
              <a:gd name="connsiteX91" fmla="*/ 2206896 w 5585039"/>
              <a:gd name="connsiteY91" fmla="*/ 2366617 h 2765812"/>
              <a:gd name="connsiteX92" fmla="*/ 2182638 w 5585039"/>
              <a:gd name="connsiteY92" fmla="*/ 2400206 h 2765812"/>
              <a:gd name="connsiteX93" fmla="*/ 2062590 w 5585039"/>
              <a:gd name="connsiteY93" fmla="*/ 2567527 h 2765812"/>
              <a:gd name="connsiteX94" fmla="*/ 2040197 w 5585039"/>
              <a:gd name="connsiteY94" fmla="*/ 2598628 h 2765812"/>
              <a:gd name="connsiteX95" fmla="*/ 1994790 w 5585039"/>
              <a:gd name="connsiteY95" fmla="*/ 2661451 h 2765812"/>
              <a:gd name="connsiteX96" fmla="*/ 1990436 w 5585039"/>
              <a:gd name="connsiteY96" fmla="*/ 2731116 h 2765812"/>
              <a:gd name="connsiteX97" fmla="*/ 2009719 w 5585039"/>
              <a:gd name="connsiteY97" fmla="*/ 2752887 h 2765812"/>
              <a:gd name="connsiteX98" fmla="*/ 2101154 w 5585039"/>
              <a:gd name="connsiteY98" fmla="*/ 2737958 h 2765812"/>
              <a:gd name="connsiteX99" fmla="*/ 2111107 w 5585039"/>
              <a:gd name="connsiteY99" fmla="*/ 2723652 h 2765812"/>
              <a:gd name="connsiteX100" fmla="*/ 2133499 w 5585039"/>
              <a:gd name="connsiteY100" fmla="*/ 2692552 h 2765812"/>
              <a:gd name="connsiteX101" fmla="*/ 2241107 w 5585039"/>
              <a:gd name="connsiteY101" fmla="*/ 2542025 h 2765812"/>
              <a:gd name="connsiteX102" fmla="*/ 2265365 w 5585039"/>
              <a:gd name="connsiteY102" fmla="*/ 2508436 h 2765812"/>
              <a:gd name="connsiteX103" fmla="*/ 2606228 w 5585039"/>
              <a:gd name="connsiteY103" fmla="*/ 2033841 h 2765812"/>
              <a:gd name="connsiteX104" fmla="*/ 2636084 w 5585039"/>
              <a:gd name="connsiteY104" fmla="*/ 1992167 h 2765812"/>
              <a:gd name="connsiteX105" fmla="*/ 2792831 w 5585039"/>
              <a:gd name="connsiteY105" fmla="*/ 1773841 h 2765812"/>
              <a:gd name="connsiteX106" fmla="*/ 2895463 w 5585039"/>
              <a:gd name="connsiteY106" fmla="*/ 1916903 h 2765812"/>
              <a:gd name="connsiteX107" fmla="*/ 2930296 w 5585039"/>
              <a:gd name="connsiteY107" fmla="*/ 1966042 h 2765812"/>
              <a:gd name="connsiteX108" fmla="*/ 3133693 w 5585039"/>
              <a:gd name="connsiteY108" fmla="*/ 2249057 h 2765812"/>
              <a:gd name="connsiteX109" fmla="*/ 3162928 w 5585039"/>
              <a:gd name="connsiteY109" fmla="*/ 2290110 h 2765812"/>
              <a:gd name="connsiteX110" fmla="*/ 3279866 w 5585039"/>
              <a:gd name="connsiteY110" fmla="*/ 2453077 h 2765812"/>
              <a:gd name="connsiteX111" fmla="*/ 3306612 w 5585039"/>
              <a:gd name="connsiteY111" fmla="*/ 2490398 h 2765812"/>
              <a:gd name="connsiteX112" fmla="*/ 3417330 w 5585039"/>
              <a:gd name="connsiteY112" fmla="*/ 2644657 h 2765812"/>
              <a:gd name="connsiteX113" fmla="*/ 3441589 w 5585039"/>
              <a:gd name="connsiteY113" fmla="*/ 2678867 h 2765812"/>
              <a:gd name="connsiteX114" fmla="*/ 3484508 w 5585039"/>
              <a:gd name="connsiteY114" fmla="*/ 2738580 h 2765812"/>
              <a:gd name="connsiteX115" fmla="*/ 2083116 w 5585039"/>
              <a:gd name="connsiteY115" fmla="*/ 2731738 h 2765812"/>
              <a:gd name="connsiteX116" fmla="*/ 2082494 w 5585039"/>
              <a:gd name="connsiteY116" fmla="*/ 2736714 h 2765812"/>
              <a:gd name="connsiteX117" fmla="*/ 2080628 w 5585039"/>
              <a:gd name="connsiteY117" fmla="*/ 2732360 h 2765812"/>
              <a:gd name="connsiteX118" fmla="*/ 2075652 w 5585039"/>
              <a:gd name="connsiteY118" fmla="*/ 2721786 h 2765812"/>
              <a:gd name="connsiteX119" fmla="*/ 2056992 w 5585039"/>
              <a:gd name="connsiteY119" fmla="*/ 2695040 h 2765812"/>
              <a:gd name="connsiteX120" fmla="*/ 2050149 w 5585039"/>
              <a:gd name="connsiteY120" fmla="*/ 2690686 h 2765812"/>
              <a:gd name="connsiteX121" fmla="*/ 2042685 w 5585039"/>
              <a:gd name="connsiteY121" fmla="*/ 2687575 h 2765812"/>
              <a:gd name="connsiteX122" fmla="*/ 2035221 w 5585039"/>
              <a:gd name="connsiteY122" fmla="*/ 2685709 h 2765812"/>
              <a:gd name="connsiteX123" fmla="*/ 2031489 w 5585039"/>
              <a:gd name="connsiteY123" fmla="*/ 2685709 h 2765812"/>
              <a:gd name="connsiteX124" fmla="*/ 2027757 w 5585039"/>
              <a:gd name="connsiteY124" fmla="*/ 2685709 h 2765812"/>
              <a:gd name="connsiteX125" fmla="*/ 2020915 w 5585039"/>
              <a:gd name="connsiteY125" fmla="*/ 2685709 h 2765812"/>
              <a:gd name="connsiteX126" fmla="*/ 2015939 w 5585039"/>
              <a:gd name="connsiteY126" fmla="*/ 2685709 h 2765812"/>
              <a:gd name="connsiteX127" fmla="*/ 2010963 w 5585039"/>
              <a:gd name="connsiteY127" fmla="*/ 2685709 h 2765812"/>
              <a:gd name="connsiteX128" fmla="*/ 2014695 w 5585039"/>
              <a:gd name="connsiteY128" fmla="*/ 2683221 h 2765812"/>
              <a:gd name="connsiteX129" fmla="*/ 2019671 w 5585039"/>
              <a:gd name="connsiteY129" fmla="*/ 2680733 h 2765812"/>
              <a:gd name="connsiteX130" fmla="*/ 2026513 w 5585039"/>
              <a:gd name="connsiteY130" fmla="*/ 2678245 h 2765812"/>
              <a:gd name="connsiteX131" fmla="*/ 2035221 w 5585039"/>
              <a:gd name="connsiteY131" fmla="*/ 2676379 h 2765812"/>
              <a:gd name="connsiteX132" fmla="*/ 2045173 w 5585039"/>
              <a:gd name="connsiteY132" fmla="*/ 2676379 h 2765812"/>
              <a:gd name="connsiteX133" fmla="*/ 2050772 w 5585039"/>
              <a:gd name="connsiteY133" fmla="*/ 2677623 h 2765812"/>
              <a:gd name="connsiteX134" fmla="*/ 2056370 w 5585039"/>
              <a:gd name="connsiteY134" fmla="*/ 2679489 h 2765812"/>
              <a:gd name="connsiteX135" fmla="*/ 2066322 w 5585039"/>
              <a:gd name="connsiteY135" fmla="*/ 2685087 h 2765812"/>
              <a:gd name="connsiteX136" fmla="*/ 2079384 w 5585039"/>
              <a:gd name="connsiteY136" fmla="*/ 2702504 h 2765812"/>
              <a:gd name="connsiteX137" fmla="*/ 2084360 w 5585039"/>
              <a:gd name="connsiteY137" fmla="*/ 2719920 h 2765812"/>
              <a:gd name="connsiteX138" fmla="*/ 2084360 w 5585039"/>
              <a:gd name="connsiteY138" fmla="*/ 2732360 h 2765812"/>
              <a:gd name="connsiteX139" fmla="*/ 3503168 w 5585039"/>
              <a:gd name="connsiteY139" fmla="*/ 2719298 h 2765812"/>
              <a:gd name="connsiteX140" fmla="*/ 3508144 w 5585039"/>
              <a:gd name="connsiteY140" fmla="*/ 2701882 h 2765812"/>
              <a:gd name="connsiteX141" fmla="*/ 3521206 w 5585039"/>
              <a:gd name="connsiteY141" fmla="*/ 2684465 h 2765812"/>
              <a:gd name="connsiteX142" fmla="*/ 3531158 w 5585039"/>
              <a:gd name="connsiteY142" fmla="*/ 2678867 h 2765812"/>
              <a:gd name="connsiteX143" fmla="*/ 3536757 w 5585039"/>
              <a:gd name="connsiteY143" fmla="*/ 2677001 h 2765812"/>
              <a:gd name="connsiteX144" fmla="*/ 3542355 w 5585039"/>
              <a:gd name="connsiteY144" fmla="*/ 2675757 h 2765812"/>
              <a:gd name="connsiteX145" fmla="*/ 3552307 w 5585039"/>
              <a:gd name="connsiteY145" fmla="*/ 2675757 h 2765812"/>
              <a:gd name="connsiteX146" fmla="*/ 3561015 w 5585039"/>
              <a:gd name="connsiteY146" fmla="*/ 2677623 h 2765812"/>
              <a:gd name="connsiteX147" fmla="*/ 3567857 w 5585039"/>
              <a:gd name="connsiteY147" fmla="*/ 2680111 h 2765812"/>
              <a:gd name="connsiteX148" fmla="*/ 3572833 w 5585039"/>
              <a:gd name="connsiteY148" fmla="*/ 2682599 h 2765812"/>
              <a:gd name="connsiteX149" fmla="*/ 3576565 w 5585039"/>
              <a:gd name="connsiteY149" fmla="*/ 2685087 h 2765812"/>
              <a:gd name="connsiteX150" fmla="*/ 3571589 w 5585039"/>
              <a:gd name="connsiteY150" fmla="*/ 2685087 h 2765812"/>
              <a:gd name="connsiteX151" fmla="*/ 3566613 w 5585039"/>
              <a:gd name="connsiteY151" fmla="*/ 2685087 h 2765812"/>
              <a:gd name="connsiteX152" fmla="*/ 3559771 w 5585039"/>
              <a:gd name="connsiteY152" fmla="*/ 2685087 h 2765812"/>
              <a:gd name="connsiteX153" fmla="*/ 3556039 w 5585039"/>
              <a:gd name="connsiteY153" fmla="*/ 2685087 h 2765812"/>
              <a:gd name="connsiteX154" fmla="*/ 3552307 w 5585039"/>
              <a:gd name="connsiteY154" fmla="*/ 2685087 h 2765812"/>
              <a:gd name="connsiteX155" fmla="*/ 3544843 w 5585039"/>
              <a:gd name="connsiteY155" fmla="*/ 2686953 h 2765812"/>
              <a:gd name="connsiteX156" fmla="*/ 3537379 w 5585039"/>
              <a:gd name="connsiteY156" fmla="*/ 2690063 h 2765812"/>
              <a:gd name="connsiteX157" fmla="*/ 3530536 w 5585039"/>
              <a:gd name="connsiteY157" fmla="*/ 2694417 h 2765812"/>
              <a:gd name="connsiteX158" fmla="*/ 3511876 w 5585039"/>
              <a:gd name="connsiteY158" fmla="*/ 2721164 h 2765812"/>
              <a:gd name="connsiteX159" fmla="*/ 3506900 w 5585039"/>
              <a:gd name="connsiteY159" fmla="*/ 2731738 h 2765812"/>
              <a:gd name="connsiteX160" fmla="*/ 3505034 w 5585039"/>
              <a:gd name="connsiteY160" fmla="*/ 2736092 h 2765812"/>
              <a:gd name="connsiteX161" fmla="*/ 3504412 w 5585039"/>
              <a:gd name="connsiteY161" fmla="*/ 2731116 h 2765812"/>
              <a:gd name="connsiteX162" fmla="*/ 3504412 w 5585039"/>
              <a:gd name="connsiteY162" fmla="*/ 2718676 h 2765812"/>
              <a:gd name="connsiteX163" fmla="*/ 3561637 w 5585039"/>
              <a:gd name="connsiteY163" fmla="*/ 1057284 h 2765812"/>
              <a:gd name="connsiteX164" fmla="*/ 3633790 w 5585039"/>
              <a:gd name="connsiteY164" fmla="*/ 970202 h 2765812"/>
              <a:gd name="connsiteX165" fmla="*/ 3753838 w 5585039"/>
              <a:gd name="connsiteY165" fmla="*/ 805991 h 2765812"/>
              <a:gd name="connsiteX166" fmla="*/ 4000155 w 5585039"/>
              <a:gd name="connsiteY166" fmla="*/ 880632 h 2765812"/>
              <a:gd name="connsiteX167" fmla="*/ 3888193 w 5585039"/>
              <a:gd name="connsiteY167" fmla="*/ 1124461 h 2765812"/>
              <a:gd name="connsiteX168" fmla="*/ 3562259 w 5585039"/>
              <a:gd name="connsiteY168" fmla="*/ 1057284 h 2765812"/>
              <a:gd name="connsiteX169" fmla="*/ 4034988 w 5585039"/>
              <a:gd name="connsiteY169" fmla="*/ 1469677 h 2765812"/>
              <a:gd name="connsiteX170" fmla="*/ 3760059 w 5585039"/>
              <a:gd name="connsiteY170" fmla="*/ 1374509 h 2765812"/>
              <a:gd name="connsiteX171" fmla="*/ 3890681 w 5585039"/>
              <a:gd name="connsiteY171" fmla="*/ 1129437 h 2765812"/>
              <a:gd name="connsiteX172" fmla="*/ 4195467 w 5585039"/>
              <a:gd name="connsiteY172" fmla="*/ 1238289 h 2765812"/>
              <a:gd name="connsiteX173" fmla="*/ 4087859 w 5585039"/>
              <a:gd name="connsiteY173" fmla="*/ 1494558 h 2765812"/>
              <a:gd name="connsiteX174" fmla="*/ 4035609 w 5585039"/>
              <a:gd name="connsiteY174" fmla="*/ 1469677 h 2765812"/>
              <a:gd name="connsiteX175" fmla="*/ 4638961 w 5585039"/>
              <a:gd name="connsiteY175" fmla="*/ 1652549 h 2765812"/>
              <a:gd name="connsiteX176" fmla="*/ 4595420 w 5585039"/>
              <a:gd name="connsiteY176" fmla="*/ 1728434 h 2765812"/>
              <a:gd name="connsiteX177" fmla="*/ 4533841 w 5585039"/>
              <a:gd name="connsiteY177" fmla="*/ 1655659 h 2765812"/>
              <a:gd name="connsiteX178" fmla="*/ 4637717 w 5585039"/>
              <a:gd name="connsiteY178" fmla="*/ 1416806 h 2765812"/>
              <a:gd name="connsiteX179" fmla="*/ 4709248 w 5585039"/>
              <a:gd name="connsiteY179" fmla="*/ 1498290 h 2765812"/>
              <a:gd name="connsiteX180" fmla="*/ 4717956 w 5585039"/>
              <a:gd name="connsiteY180" fmla="*/ 1504510 h 2765812"/>
              <a:gd name="connsiteX181" fmla="*/ 4638961 w 5585039"/>
              <a:gd name="connsiteY181" fmla="*/ 1652549 h 2765812"/>
              <a:gd name="connsiteX182" fmla="*/ 4641449 w 5585039"/>
              <a:gd name="connsiteY182" fmla="*/ 1393170 h 2765812"/>
              <a:gd name="connsiteX183" fmla="*/ 4485324 w 5585039"/>
              <a:gd name="connsiteY183" fmla="*/ 1165514 h 2765812"/>
              <a:gd name="connsiteX184" fmla="*/ 4490922 w 5585039"/>
              <a:gd name="connsiteY184" fmla="*/ 1150585 h 2765812"/>
              <a:gd name="connsiteX185" fmla="*/ 4558099 w 5585039"/>
              <a:gd name="connsiteY185" fmla="*/ 995082 h 2765812"/>
              <a:gd name="connsiteX186" fmla="*/ 4692454 w 5585039"/>
              <a:gd name="connsiteY186" fmla="*/ 1241399 h 2765812"/>
              <a:gd name="connsiteX187" fmla="*/ 4641449 w 5585039"/>
              <a:gd name="connsiteY187" fmla="*/ 1393792 h 2765812"/>
              <a:gd name="connsiteX188" fmla="*/ 4556233 w 5585039"/>
              <a:gd name="connsiteY188" fmla="*/ 1600922 h 2765812"/>
              <a:gd name="connsiteX189" fmla="*/ 4532597 w 5585039"/>
              <a:gd name="connsiteY189" fmla="*/ 1648194 h 2765812"/>
              <a:gd name="connsiteX190" fmla="*/ 4529487 w 5585039"/>
              <a:gd name="connsiteY190" fmla="*/ 1654414 h 2765812"/>
              <a:gd name="connsiteX191" fmla="*/ 4419391 w 5585039"/>
              <a:gd name="connsiteY191" fmla="*/ 1820491 h 2765812"/>
              <a:gd name="connsiteX192" fmla="*/ 4367142 w 5585039"/>
              <a:gd name="connsiteY192" fmla="*/ 1712884 h 2765812"/>
              <a:gd name="connsiteX193" fmla="*/ 4352836 w 5585039"/>
              <a:gd name="connsiteY193" fmla="*/ 1694223 h 2765812"/>
              <a:gd name="connsiteX194" fmla="*/ 4428721 w 5585039"/>
              <a:gd name="connsiteY194" fmla="*/ 1431112 h 2765812"/>
              <a:gd name="connsiteX195" fmla="*/ 4433697 w 5585039"/>
              <a:gd name="connsiteY195" fmla="*/ 1388816 h 2765812"/>
              <a:gd name="connsiteX196" fmla="*/ 4556855 w 5585039"/>
              <a:gd name="connsiteY196" fmla="*/ 1600922 h 2765812"/>
              <a:gd name="connsiteX197" fmla="*/ 4429343 w 5585039"/>
              <a:gd name="connsiteY197" fmla="*/ 1381352 h 2765812"/>
              <a:gd name="connsiteX198" fmla="*/ 4308673 w 5585039"/>
              <a:gd name="connsiteY198" fmla="*/ 1303600 h 2765812"/>
              <a:gd name="connsiteX199" fmla="*/ 4235897 w 5585039"/>
              <a:gd name="connsiteY199" fmla="*/ 1257571 h 2765812"/>
              <a:gd name="connsiteX200" fmla="*/ 4200443 w 5585039"/>
              <a:gd name="connsiteY200" fmla="*/ 1236423 h 2765812"/>
              <a:gd name="connsiteX201" fmla="*/ 4269486 w 5585039"/>
              <a:gd name="connsiteY201" fmla="*/ 1043599 h 2765812"/>
              <a:gd name="connsiteX202" fmla="*/ 4281304 w 5585039"/>
              <a:gd name="connsiteY202" fmla="*/ 1009389 h 2765812"/>
              <a:gd name="connsiteX203" fmla="*/ 4480348 w 5585039"/>
              <a:gd name="connsiteY203" fmla="*/ 1166758 h 2765812"/>
              <a:gd name="connsiteX204" fmla="*/ 4429343 w 5585039"/>
              <a:gd name="connsiteY204" fmla="*/ 1381974 h 2765812"/>
              <a:gd name="connsiteX205" fmla="*/ 4255802 w 5585039"/>
              <a:gd name="connsiteY205" fmla="*/ 1724080 h 2765812"/>
              <a:gd name="connsiteX206" fmla="*/ 4281926 w 5585039"/>
              <a:gd name="connsiteY206" fmla="*/ 1682405 h 2765812"/>
              <a:gd name="connsiteX207" fmla="*/ 4331687 w 5585039"/>
              <a:gd name="connsiteY207" fmla="*/ 1739630 h 2765812"/>
              <a:gd name="connsiteX208" fmla="*/ 4334175 w 5585039"/>
              <a:gd name="connsiteY208" fmla="*/ 1743362 h 2765812"/>
              <a:gd name="connsiteX209" fmla="*/ 4255802 w 5585039"/>
              <a:gd name="connsiteY209" fmla="*/ 1724702 h 2765812"/>
              <a:gd name="connsiteX210" fmla="*/ 4327333 w 5585039"/>
              <a:gd name="connsiteY210" fmla="*/ 1901975 h 2765812"/>
              <a:gd name="connsiteX211" fmla="*/ 4309917 w 5585039"/>
              <a:gd name="connsiteY211" fmla="*/ 1945516 h 2765812"/>
              <a:gd name="connsiteX212" fmla="*/ 4243362 w 5585039"/>
              <a:gd name="connsiteY212" fmla="*/ 1902597 h 2765812"/>
              <a:gd name="connsiteX213" fmla="*/ 4327333 w 5585039"/>
              <a:gd name="connsiteY213" fmla="*/ 1901975 h 2765812"/>
              <a:gd name="connsiteX214" fmla="*/ 4278816 w 5585039"/>
              <a:gd name="connsiteY214" fmla="*/ 1002547 h 2765812"/>
              <a:gd name="connsiteX215" fmla="*/ 4249582 w 5585039"/>
              <a:gd name="connsiteY215" fmla="*/ 985752 h 2765812"/>
              <a:gd name="connsiteX216" fmla="*/ 4005753 w 5585039"/>
              <a:gd name="connsiteY216" fmla="*/ 877522 h 2765812"/>
              <a:gd name="connsiteX217" fmla="*/ 4054892 w 5585039"/>
              <a:gd name="connsiteY217" fmla="*/ 758096 h 2765812"/>
              <a:gd name="connsiteX218" fmla="*/ 4102787 w 5585039"/>
              <a:gd name="connsiteY218" fmla="*/ 659196 h 2765812"/>
              <a:gd name="connsiteX219" fmla="*/ 4381448 w 5585039"/>
              <a:gd name="connsiteY219" fmla="*/ 804747 h 2765812"/>
              <a:gd name="connsiteX220" fmla="*/ 4278816 w 5585039"/>
              <a:gd name="connsiteY220" fmla="*/ 1001925 h 2765812"/>
              <a:gd name="connsiteX221" fmla="*/ 4085371 w 5585039"/>
              <a:gd name="connsiteY221" fmla="*/ 1543697 h 2765812"/>
              <a:gd name="connsiteX222" fmla="*/ 4143218 w 5585039"/>
              <a:gd name="connsiteY222" fmla="*/ 1576663 h 2765812"/>
              <a:gd name="connsiteX223" fmla="*/ 4095945 w 5585039"/>
              <a:gd name="connsiteY223" fmla="*/ 1661879 h 2765812"/>
              <a:gd name="connsiteX224" fmla="*/ 3987715 w 5585039"/>
              <a:gd name="connsiteY224" fmla="*/ 1673697 h 2765812"/>
              <a:gd name="connsiteX225" fmla="*/ 4085371 w 5585039"/>
              <a:gd name="connsiteY225" fmla="*/ 1543697 h 2765812"/>
              <a:gd name="connsiteX226" fmla="*/ 4060490 w 5585039"/>
              <a:gd name="connsiteY226" fmla="*/ 2009583 h 2765812"/>
              <a:gd name="connsiteX227" fmla="*/ 4060490 w 5585039"/>
              <a:gd name="connsiteY227" fmla="*/ 2009583 h 2765812"/>
              <a:gd name="connsiteX228" fmla="*/ 3957236 w 5585039"/>
              <a:gd name="connsiteY228" fmla="*/ 1898865 h 2765812"/>
              <a:gd name="connsiteX229" fmla="*/ 3957236 w 5585039"/>
              <a:gd name="connsiteY229" fmla="*/ 1898865 h 2765812"/>
              <a:gd name="connsiteX230" fmla="*/ 3954748 w 5585039"/>
              <a:gd name="connsiteY230" fmla="*/ 1892645 h 2765812"/>
              <a:gd name="connsiteX231" fmla="*/ 3954748 w 5585039"/>
              <a:gd name="connsiteY231" fmla="*/ 1888291 h 2765812"/>
              <a:gd name="connsiteX232" fmla="*/ 4008241 w 5585039"/>
              <a:gd name="connsiteY232" fmla="*/ 1880827 h 2765812"/>
              <a:gd name="connsiteX233" fmla="*/ 4126423 w 5585039"/>
              <a:gd name="connsiteY233" fmla="*/ 1891401 h 2765812"/>
              <a:gd name="connsiteX234" fmla="*/ 4061734 w 5585039"/>
              <a:gd name="connsiteY234" fmla="*/ 2010205 h 2765812"/>
              <a:gd name="connsiteX235" fmla="*/ 4134510 w 5585039"/>
              <a:gd name="connsiteY235" fmla="*/ 1847860 h 2765812"/>
              <a:gd name="connsiteX236" fmla="*/ 4057380 w 5585039"/>
              <a:gd name="connsiteY236" fmla="*/ 1839152 h 2765812"/>
              <a:gd name="connsiteX237" fmla="*/ 4098433 w 5585039"/>
              <a:gd name="connsiteY237" fmla="*/ 1666233 h 2765812"/>
              <a:gd name="connsiteX238" fmla="*/ 4166232 w 5585039"/>
              <a:gd name="connsiteY238" fmla="*/ 1689247 h 2765812"/>
              <a:gd name="connsiteX239" fmla="*/ 4248960 w 5585039"/>
              <a:gd name="connsiteY239" fmla="*/ 1725946 h 2765812"/>
              <a:gd name="connsiteX240" fmla="*/ 4202309 w 5585039"/>
              <a:gd name="connsiteY240" fmla="*/ 1855324 h 2765812"/>
              <a:gd name="connsiteX241" fmla="*/ 4134510 w 5585039"/>
              <a:gd name="connsiteY241" fmla="*/ 1847860 h 2765812"/>
              <a:gd name="connsiteX242" fmla="*/ 4457334 w 5585039"/>
              <a:gd name="connsiteY242" fmla="*/ 2014559 h 2765812"/>
              <a:gd name="connsiteX243" fmla="*/ 4367764 w 5585039"/>
              <a:gd name="connsiteY243" fmla="*/ 2199919 h 2765812"/>
              <a:gd name="connsiteX244" fmla="*/ 4217237 w 5585039"/>
              <a:gd name="connsiteY244" fmla="*/ 2125899 h 2765812"/>
              <a:gd name="connsiteX245" fmla="*/ 4311783 w 5585039"/>
              <a:gd name="connsiteY245" fmla="*/ 1951736 h 2765812"/>
              <a:gd name="connsiteX246" fmla="*/ 4457955 w 5585039"/>
              <a:gd name="connsiteY246" fmla="*/ 2013315 h 2765812"/>
              <a:gd name="connsiteX247" fmla="*/ 4457334 w 5585039"/>
              <a:gd name="connsiteY247" fmla="*/ 2014559 h 2765812"/>
              <a:gd name="connsiteX248" fmla="*/ 4597286 w 5585039"/>
              <a:gd name="connsiteY248" fmla="*/ 1734654 h 2765812"/>
              <a:gd name="connsiteX249" fmla="*/ 4678147 w 5585039"/>
              <a:gd name="connsiteY249" fmla="*/ 1780061 h 2765812"/>
              <a:gd name="connsiteX250" fmla="*/ 4738483 w 5585039"/>
              <a:gd name="connsiteY250" fmla="*/ 1803075 h 2765812"/>
              <a:gd name="connsiteX251" fmla="*/ 4602262 w 5585039"/>
              <a:gd name="connsiteY251" fmla="*/ 2035085 h 2765812"/>
              <a:gd name="connsiteX252" fmla="*/ 4464175 w 5585039"/>
              <a:gd name="connsiteY252" fmla="*/ 2010205 h 2765812"/>
              <a:gd name="connsiteX253" fmla="*/ 4597286 w 5585039"/>
              <a:gd name="connsiteY253" fmla="*/ 1734654 h 2765812"/>
              <a:gd name="connsiteX254" fmla="*/ 4678770 w 5585039"/>
              <a:gd name="connsiteY254" fmla="*/ 2226043 h 2765812"/>
              <a:gd name="connsiteX255" fmla="*/ 4579248 w 5585039"/>
              <a:gd name="connsiteY255" fmla="*/ 2239105 h 2765812"/>
              <a:gd name="connsiteX256" fmla="*/ 4502740 w 5585039"/>
              <a:gd name="connsiteY256" fmla="*/ 2234751 h 2765812"/>
              <a:gd name="connsiteX257" fmla="*/ 4604750 w 5585039"/>
              <a:gd name="connsiteY257" fmla="*/ 2040061 h 2765812"/>
              <a:gd name="connsiteX258" fmla="*/ 4790110 w 5585039"/>
              <a:gd name="connsiteY258" fmla="*/ 2040684 h 2765812"/>
              <a:gd name="connsiteX259" fmla="*/ 4678770 w 5585039"/>
              <a:gd name="connsiteY259" fmla="*/ 2226665 h 2765812"/>
              <a:gd name="connsiteX260" fmla="*/ 4887765 w 5585039"/>
              <a:gd name="connsiteY260" fmla="*/ 2013315 h 2765812"/>
              <a:gd name="connsiteX261" fmla="*/ 4798196 w 5585039"/>
              <a:gd name="connsiteY261" fmla="*/ 2035085 h 2765812"/>
              <a:gd name="connsiteX262" fmla="*/ 4871593 w 5585039"/>
              <a:gd name="connsiteY262" fmla="*/ 1906329 h 2765812"/>
              <a:gd name="connsiteX263" fmla="*/ 4916378 w 5585039"/>
              <a:gd name="connsiteY263" fmla="*/ 1832310 h 2765812"/>
              <a:gd name="connsiteX264" fmla="*/ 5016522 w 5585039"/>
              <a:gd name="connsiteY264" fmla="*/ 1832310 h 2765812"/>
              <a:gd name="connsiteX265" fmla="*/ 4887765 w 5585039"/>
              <a:gd name="connsiteY265" fmla="*/ 2013315 h 2765812"/>
              <a:gd name="connsiteX266" fmla="*/ 4914512 w 5585039"/>
              <a:gd name="connsiteY266" fmla="*/ 1827956 h 2765812"/>
              <a:gd name="connsiteX267" fmla="*/ 4745325 w 5585039"/>
              <a:gd name="connsiteY267" fmla="*/ 1799965 h 2765812"/>
              <a:gd name="connsiteX268" fmla="*/ 4803794 w 5585039"/>
              <a:gd name="connsiteY268" fmla="*/ 1713506 h 2765812"/>
              <a:gd name="connsiteX269" fmla="*/ 4883411 w 5585039"/>
              <a:gd name="connsiteY269" fmla="*/ 1598433 h 2765812"/>
              <a:gd name="connsiteX270" fmla="*/ 4928818 w 5585039"/>
              <a:gd name="connsiteY270" fmla="*/ 1619582 h 2765812"/>
              <a:gd name="connsiteX271" fmla="*/ 4935038 w 5585039"/>
              <a:gd name="connsiteY271" fmla="*/ 1622692 h 2765812"/>
              <a:gd name="connsiteX272" fmla="*/ 5037048 w 5585039"/>
              <a:gd name="connsiteY272" fmla="*/ 1650682 h 2765812"/>
              <a:gd name="connsiteX273" fmla="*/ 4913890 w 5585039"/>
              <a:gd name="connsiteY273" fmla="*/ 1827956 h 2765812"/>
              <a:gd name="connsiteX274" fmla="*/ 5157096 w 5585039"/>
              <a:gd name="connsiteY274" fmla="*/ 1651304 h 2765812"/>
              <a:gd name="connsiteX275" fmla="*/ 5045134 w 5585039"/>
              <a:gd name="connsiteY275" fmla="*/ 1646950 h 2765812"/>
              <a:gd name="connsiteX276" fmla="*/ 5162694 w 5585039"/>
              <a:gd name="connsiteY276" fmla="*/ 1490203 h 2765812"/>
              <a:gd name="connsiteX277" fmla="*/ 5295183 w 5585039"/>
              <a:gd name="connsiteY277" fmla="*/ 1493936 h 2765812"/>
              <a:gd name="connsiteX278" fmla="*/ 5157096 w 5585039"/>
              <a:gd name="connsiteY278" fmla="*/ 1651304 h 2765812"/>
              <a:gd name="connsiteX279" fmla="*/ 5077479 w 5585039"/>
              <a:gd name="connsiteY279" fmla="*/ 1267523 h 2765812"/>
              <a:gd name="connsiteX280" fmla="*/ 5223029 w 5585039"/>
              <a:gd name="connsiteY280" fmla="*/ 1314174 h 2765812"/>
              <a:gd name="connsiteX281" fmla="*/ 5283365 w 5585039"/>
              <a:gd name="connsiteY281" fmla="*/ 1329103 h 2765812"/>
              <a:gd name="connsiteX282" fmla="*/ 5160206 w 5585039"/>
              <a:gd name="connsiteY282" fmla="*/ 1485849 h 2765812"/>
              <a:gd name="connsiteX283" fmla="*/ 4978579 w 5585039"/>
              <a:gd name="connsiteY283" fmla="*/ 1447285 h 2765812"/>
              <a:gd name="connsiteX284" fmla="*/ 5077479 w 5585039"/>
              <a:gd name="connsiteY284" fmla="*/ 1267523 h 2765812"/>
              <a:gd name="connsiteX285" fmla="*/ 4882167 w 5585039"/>
              <a:gd name="connsiteY285" fmla="*/ 1592835 h 2765812"/>
              <a:gd name="connsiteX286" fmla="*/ 4722932 w 5585039"/>
              <a:gd name="connsiteY286" fmla="*/ 1502644 h 2765812"/>
              <a:gd name="connsiteX287" fmla="*/ 4792598 w 5585039"/>
              <a:gd name="connsiteY287" fmla="*/ 1345897 h 2765812"/>
              <a:gd name="connsiteX288" fmla="*/ 4845469 w 5585039"/>
              <a:gd name="connsiteY288" fmla="*/ 1385084 h 2765812"/>
              <a:gd name="connsiteX289" fmla="*/ 4972359 w 5585039"/>
              <a:gd name="connsiteY289" fmla="*/ 1449773 h 2765812"/>
              <a:gd name="connsiteX290" fmla="*/ 4882167 w 5585039"/>
              <a:gd name="connsiteY290" fmla="*/ 1593457 h 2765812"/>
              <a:gd name="connsiteX291" fmla="*/ 4863507 w 5585039"/>
              <a:gd name="connsiteY291" fmla="*/ 1155561 h 2765812"/>
              <a:gd name="connsiteX292" fmla="*/ 4790731 w 5585039"/>
              <a:gd name="connsiteY292" fmla="*/ 1338433 h 2765812"/>
              <a:gd name="connsiteX293" fmla="*/ 4698674 w 5585039"/>
              <a:gd name="connsiteY293" fmla="*/ 1233935 h 2765812"/>
              <a:gd name="connsiteX294" fmla="*/ 4703650 w 5585039"/>
              <a:gd name="connsiteY294" fmla="*/ 1217763 h 2765812"/>
              <a:gd name="connsiteX295" fmla="*/ 4709870 w 5585039"/>
              <a:gd name="connsiteY295" fmla="*/ 1198480 h 2765812"/>
              <a:gd name="connsiteX296" fmla="*/ 4763985 w 5585039"/>
              <a:gd name="connsiteY296" fmla="*/ 1067858 h 2765812"/>
              <a:gd name="connsiteX297" fmla="*/ 4863507 w 5585039"/>
              <a:gd name="connsiteY297" fmla="*/ 1154939 h 2765812"/>
              <a:gd name="connsiteX298" fmla="*/ 4777047 w 5585039"/>
              <a:gd name="connsiteY298" fmla="*/ 554698 h 2765812"/>
              <a:gd name="connsiteX299" fmla="*/ 4787622 w 5585039"/>
              <a:gd name="connsiteY299" fmla="*/ 574603 h 2765812"/>
              <a:gd name="connsiteX300" fmla="*/ 4783890 w 5585039"/>
              <a:gd name="connsiteY300" fmla="*/ 982642 h 2765812"/>
              <a:gd name="connsiteX301" fmla="*/ 4676281 w 5585039"/>
              <a:gd name="connsiteY301" fmla="*/ 750632 h 2765812"/>
              <a:gd name="connsiteX302" fmla="*/ 4777047 w 5585039"/>
              <a:gd name="connsiteY302" fmla="*/ 554698 h 2765812"/>
              <a:gd name="connsiteX303" fmla="*/ 4670683 w 5585039"/>
              <a:gd name="connsiteY303" fmla="*/ 750632 h 2765812"/>
              <a:gd name="connsiteX304" fmla="*/ 4556855 w 5585039"/>
              <a:gd name="connsiteY304" fmla="*/ 986374 h 2765812"/>
              <a:gd name="connsiteX305" fmla="*/ 4494032 w 5585039"/>
              <a:gd name="connsiteY305" fmla="*/ 903647 h 2765812"/>
              <a:gd name="connsiteX306" fmla="*/ 4386424 w 5585039"/>
              <a:gd name="connsiteY306" fmla="*/ 804125 h 2765812"/>
              <a:gd name="connsiteX307" fmla="*/ 4430587 w 5585039"/>
              <a:gd name="connsiteY307" fmla="*/ 726995 h 2765812"/>
              <a:gd name="connsiteX308" fmla="*/ 4518291 w 5585039"/>
              <a:gd name="connsiteY308" fmla="*/ 570249 h 2765812"/>
              <a:gd name="connsiteX309" fmla="*/ 4623411 w 5585039"/>
              <a:gd name="connsiteY309" fmla="*/ 675991 h 2765812"/>
              <a:gd name="connsiteX310" fmla="*/ 4670061 w 5585039"/>
              <a:gd name="connsiteY310" fmla="*/ 750632 h 2765812"/>
              <a:gd name="connsiteX311" fmla="*/ 4366520 w 5585039"/>
              <a:gd name="connsiteY311" fmla="*/ 248047 h 2765812"/>
              <a:gd name="connsiteX312" fmla="*/ 4558721 w 5585039"/>
              <a:gd name="connsiteY312" fmla="*/ 343836 h 2765812"/>
              <a:gd name="connsiteX313" fmla="*/ 4605372 w 5585039"/>
              <a:gd name="connsiteY313" fmla="*/ 375559 h 2765812"/>
              <a:gd name="connsiteX314" fmla="*/ 4517668 w 5585039"/>
              <a:gd name="connsiteY314" fmla="*/ 564029 h 2765812"/>
              <a:gd name="connsiteX315" fmla="*/ 4250204 w 5585039"/>
              <a:gd name="connsiteY315" fmla="*/ 420344 h 2765812"/>
              <a:gd name="connsiteX316" fmla="*/ 4366520 w 5585039"/>
              <a:gd name="connsiteY316" fmla="*/ 248047 h 2765812"/>
              <a:gd name="connsiteX317" fmla="*/ 4100921 w 5585039"/>
              <a:gd name="connsiteY317" fmla="*/ 653598 h 2765812"/>
              <a:gd name="connsiteX318" fmla="*/ 3965944 w 5585039"/>
              <a:gd name="connsiteY318" fmla="*/ 603837 h 2765812"/>
              <a:gd name="connsiteX319" fmla="*/ 3890681 w 5585039"/>
              <a:gd name="connsiteY319" fmla="*/ 579579 h 2765812"/>
              <a:gd name="connsiteX320" fmla="*/ 4021303 w 5585039"/>
              <a:gd name="connsiteY320" fmla="*/ 343214 h 2765812"/>
              <a:gd name="connsiteX321" fmla="*/ 4243362 w 5585039"/>
              <a:gd name="connsiteY321" fmla="*/ 422832 h 2765812"/>
              <a:gd name="connsiteX322" fmla="*/ 4100921 w 5585039"/>
              <a:gd name="connsiteY322" fmla="*/ 654220 h 2765812"/>
              <a:gd name="connsiteX323" fmla="*/ 3906853 w 5585039"/>
              <a:gd name="connsiteY323" fmla="*/ 136085 h 2765812"/>
              <a:gd name="connsiteX324" fmla="*/ 4104031 w 5585039"/>
              <a:gd name="connsiteY324" fmla="*/ 173405 h 2765812"/>
              <a:gd name="connsiteX325" fmla="*/ 4018815 w 5585039"/>
              <a:gd name="connsiteY325" fmla="*/ 336994 h 2765812"/>
              <a:gd name="connsiteX326" fmla="*/ 3804221 w 5585039"/>
              <a:gd name="connsiteY326" fmla="*/ 277281 h 2765812"/>
              <a:gd name="connsiteX327" fmla="*/ 3906231 w 5585039"/>
              <a:gd name="connsiteY327" fmla="*/ 135463 h 2765812"/>
              <a:gd name="connsiteX328" fmla="*/ 3633790 w 5585039"/>
              <a:gd name="connsiteY328" fmla="*/ 514268 h 2765812"/>
              <a:gd name="connsiteX329" fmla="*/ 3884461 w 5585039"/>
              <a:gd name="connsiteY329" fmla="*/ 582067 h 2765812"/>
              <a:gd name="connsiteX330" fmla="*/ 3751972 w 5585039"/>
              <a:gd name="connsiteY330" fmla="*/ 800393 h 2765812"/>
              <a:gd name="connsiteX331" fmla="*/ 3457139 w 5585039"/>
              <a:gd name="connsiteY331" fmla="*/ 758096 h 2765812"/>
              <a:gd name="connsiteX332" fmla="*/ 3633790 w 5585039"/>
              <a:gd name="connsiteY332" fmla="*/ 513646 h 2765812"/>
              <a:gd name="connsiteX333" fmla="*/ 3266804 w 5585039"/>
              <a:gd name="connsiteY333" fmla="*/ 1021829 h 2765812"/>
              <a:gd name="connsiteX334" fmla="*/ 3553551 w 5585039"/>
              <a:gd name="connsiteY334" fmla="*/ 1060394 h 2765812"/>
              <a:gd name="connsiteX335" fmla="*/ 3391206 w 5585039"/>
              <a:gd name="connsiteY335" fmla="*/ 1302356 h 2765812"/>
              <a:gd name="connsiteX336" fmla="*/ 3081444 w 5585039"/>
              <a:gd name="connsiteY336" fmla="*/ 1278720 h 2765812"/>
              <a:gd name="connsiteX337" fmla="*/ 3266804 w 5585039"/>
              <a:gd name="connsiteY337" fmla="*/ 1021829 h 2765812"/>
              <a:gd name="connsiteX338" fmla="*/ 2882401 w 5585039"/>
              <a:gd name="connsiteY338" fmla="*/ 1577907 h 2765812"/>
              <a:gd name="connsiteX339" fmla="*/ 2925319 w 5585039"/>
              <a:gd name="connsiteY339" fmla="*/ 1520060 h 2765812"/>
              <a:gd name="connsiteX340" fmla="*/ 2963262 w 5585039"/>
              <a:gd name="connsiteY340" fmla="*/ 1469677 h 2765812"/>
              <a:gd name="connsiteX341" fmla="*/ 2927807 w 5585039"/>
              <a:gd name="connsiteY341" fmla="*/ 1521304 h 2765812"/>
              <a:gd name="connsiteX342" fmla="*/ 2886755 w 5585039"/>
              <a:gd name="connsiteY342" fmla="*/ 1580395 h 2765812"/>
              <a:gd name="connsiteX343" fmla="*/ 2852544 w 5585039"/>
              <a:gd name="connsiteY343" fmla="*/ 1629534 h 2765812"/>
              <a:gd name="connsiteX344" fmla="*/ 2848190 w 5585039"/>
              <a:gd name="connsiteY344" fmla="*/ 1623936 h 2765812"/>
              <a:gd name="connsiteX345" fmla="*/ 2883023 w 5585039"/>
              <a:gd name="connsiteY345" fmla="*/ 1577285 h 2765812"/>
              <a:gd name="connsiteX346" fmla="*/ 2129145 w 5585039"/>
              <a:gd name="connsiteY346" fmla="*/ 758718 h 2765812"/>
              <a:gd name="connsiteX347" fmla="*/ 1834311 w 5585039"/>
              <a:gd name="connsiteY347" fmla="*/ 801015 h 2765812"/>
              <a:gd name="connsiteX348" fmla="*/ 1701823 w 5585039"/>
              <a:gd name="connsiteY348" fmla="*/ 582689 h 2765812"/>
              <a:gd name="connsiteX349" fmla="*/ 1952494 w 5585039"/>
              <a:gd name="connsiteY349" fmla="*/ 514890 h 2765812"/>
              <a:gd name="connsiteX350" fmla="*/ 2129145 w 5585039"/>
              <a:gd name="connsiteY350" fmla="*/ 759340 h 2765812"/>
              <a:gd name="connsiteX351" fmla="*/ 1678809 w 5585039"/>
              <a:gd name="connsiteY351" fmla="*/ 136085 h 2765812"/>
              <a:gd name="connsiteX352" fmla="*/ 1780818 w 5585039"/>
              <a:gd name="connsiteY352" fmla="*/ 277903 h 2765812"/>
              <a:gd name="connsiteX353" fmla="*/ 1566225 w 5585039"/>
              <a:gd name="connsiteY353" fmla="*/ 337616 h 2765812"/>
              <a:gd name="connsiteX354" fmla="*/ 1481009 w 5585039"/>
              <a:gd name="connsiteY354" fmla="*/ 174027 h 2765812"/>
              <a:gd name="connsiteX355" fmla="*/ 1678187 w 5585039"/>
              <a:gd name="connsiteY355" fmla="*/ 136707 h 2765812"/>
              <a:gd name="connsiteX356" fmla="*/ 1564359 w 5585039"/>
              <a:gd name="connsiteY356" fmla="*/ 342592 h 2765812"/>
              <a:gd name="connsiteX357" fmla="*/ 1694981 w 5585039"/>
              <a:gd name="connsiteY357" fmla="*/ 578957 h 2765812"/>
              <a:gd name="connsiteX358" fmla="*/ 1619718 w 5585039"/>
              <a:gd name="connsiteY358" fmla="*/ 603215 h 2765812"/>
              <a:gd name="connsiteX359" fmla="*/ 1484741 w 5585039"/>
              <a:gd name="connsiteY359" fmla="*/ 652976 h 2765812"/>
              <a:gd name="connsiteX360" fmla="*/ 1342301 w 5585039"/>
              <a:gd name="connsiteY360" fmla="*/ 421588 h 2765812"/>
              <a:gd name="connsiteX361" fmla="*/ 1564359 w 5585039"/>
              <a:gd name="connsiteY361" fmla="*/ 341970 h 2765812"/>
              <a:gd name="connsiteX362" fmla="*/ 948567 w 5585039"/>
              <a:gd name="connsiteY362" fmla="*/ 1416184 h 2765812"/>
              <a:gd name="connsiteX363" fmla="*/ 1052443 w 5585039"/>
              <a:gd name="connsiteY363" fmla="*/ 1655036 h 2765812"/>
              <a:gd name="connsiteX364" fmla="*/ 990864 w 5585039"/>
              <a:gd name="connsiteY364" fmla="*/ 1727812 h 2765812"/>
              <a:gd name="connsiteX365" fmla="*/ 947323 w 5585039"/>
              <a:gd name="connsiteY365" fmla="*/ 1651926 h 2765812"/>
              <a:gd name="connsiteX366" fmla="*/ 868328 w 5585039"/>
              <a:gd name="connsiteY366" fmla="*/ 1503888 h 2765812"/>
              <a:gd name="connsiteX367" fmla="*/ 877036 w 5585039"/>
              <a:gd name="connsiteY367" fmla="*/ 1497668 h 2765812"/>
              <a:gd name="connsiteX368" fmla="*/ 948567 w 5585039"/>
              <a:gd name="connsiteY368" fmla="*/ 1416184 h 2765812"/>
              <a:gd name="connsiteX369" fmla="*/ 893830 w 5585039"/>
              <a:gd name="connsiteY369" fmla="*/ 1240777 h 2765812"/>
              <a:gd name="connsiteX370" fmla="*/ 1028185 w 5585039"/>
              <a:gd name="connsiteY370" fmla="*/ 994460 h 2765812"/>
              <a:gd name="connsiteX371" fmla="*/ 1095362 w 5585039"/>
              <a:gd name="connsiteY371" fmla="*/ 1149963 h 2765812"/>
              <a:gd name="connsiteX372" fmla="*/ 1100960 w 5585039"/>
              <a:gd name="connsiteY372" fmla="*/ 1164892 h 2765812"/>
              <a:gd name="connsiteX373" fmla="*/ 944835 w 5585039"/>
              <a:gd name="connsiteY373" fmla="*/ 1392548 h 2765812"/>
              <a:gd name="connsiteX374" fmla="*/ 893830 w 5585039"/>
              <a:gd name="connsiteY374" fmla="*/ 1240155 h 2765812"/>
              <a:gd name="connsiteX375" fmla="*/ 908137 w 5585039"/>
              <a:gd name="connsiteY375" fmla="*/ 1780061 h 2765812"/>
              <a:gd name="connsiteX376" fmla="*/ 988998 w 5585039"/>
              <a:gd name="connsiteY376" fmla="*/ 1734654 h 2765812"/>
              <a:gd name="connsiteX377" fmla="*/ 1122109 w 5585039"/>
              <a:gd name="connsiteY377" fmla="*/ 2010205 h 2765812"/>
              <a:gd name="connsiteX378" fmla="*/ 984022 w 5585039"/>
              <a:gd name="connsiteY378" fmla="*/ 2035085 h 2765812"/>
              <a:gd name="connsiteX379" fmla="*/ 847801 w 5585039"/>
              <a:gd name="connsiteY379" fmla="*/ 1803075 h 2765812"/>
              <a:gd name="connsiteX380" fmla="*/ 908137 w 5585039"/>
              <a:gd name="connsiteY380" fmla="*/ 1780061 h 2765812"/>
              <a:gd name="connsiteX381" fmla="*/ 1056797 w 5585039"/>
              <a:gd name="connsiteY381" fmla="*/ 1655036 h 2765812"/>
              <a:gd name="connsiteX382" fmla="*/ 1053687 w 5585039"/>
              <a:gd name="connsiteY382" fmla="*/ 1648816 h 2765812"/>
              <a:gd name="connsiteX383" fmla="*/ 1030051 w 5585039"/>
              <a:gd name="connsiteY383" fmla="*/ 1601543 h 2765812"/>
              <a:gd name="connsiteX384" fmla="*/ 1153209 w 5585039"/>
              <a:gd name="connsiteY384" fmla="*/ 1389438 h 2765812"/>
              <a:gd name="connsiteX385" fmla="*/ 1158185 w 5585039"/>
              <a:gd name="connsiteY385" fmla="*/ 1431734 h 2765812"/>
              <a:gd name="connsiteX386" fmla="*/ 1233449 w 5585039"/>
              <a:gd name="connsiteY386" fmla="*/ 1694845 h 2765812"/>
              <a:gd name="connsiteX387" fmla="*/ 1219142 w 5585039"/>
              <a:gd name="connsiteY387" fmla="*/ 1713506 h 2765812"/>
              <a:gd name="connsiteX388" fmla="*/ 1166893 w 5585039"/>
              <a:gd name="connsiteY388" fmla="*/ 1821114 h 2765812"/>
              <a:gd name="connsiteX389" fmla="*/ 1056797 w 5585039"/>
              <a:gd name="connsiteY389" fmla="*/ 1655036 h 2765812"/>
              <a:gd name="connsiteX390" fmla="*/ 1276989 w 5585039"/>
              <a:gd name="connsiteY390" fmla="*/ 1303600 h 2765812"/>
              <a:gd name="connsiteX391" fmla="*/ 1156319 w 5585039"/>
              <a:gd name="connsiteY391" fmla="*/ 1381352 h 2765812"/>
              <a:gd name="connsiteX392" fmla="*/ 1105314 w 5585039"/>
              <a:gd name="connsiteY392" fmla="*/ 1166136 h 2765812"/>
              <a:gd name="connsiteX393" fmla="*/ 1304358 w 5585039"/>
              <a:gd name="connsiteY393" fmla="*/ 1008767 h 2765812"/>
              <a:gd name="connsiteX394" fmla="*/ 1316176 w 5585039"/>
              <a:gd name="connsiteY394" fmla="*/ 1042977 h 2765812"/>
              <a:gd name="connsiteX395" fmla="*/ 1385219 w 5585039"/>
              <a:gd name="connsiteY395" fmla="*/ 1235801 h 2765812"/>
              <a:gd name="connsiteX396" fmla="*/ 1349765 w 5585039"/>
              <a:gd name="connsiteY396" fmla="*/ 1256949 h 2765812"/>
              <a:gd name="connsiteX397" fmla="*/ 1276989 w 5585039"/>
              <a:gd name="connsiteY397" fmla="*/ 1302978 h 2765812"/>
              <a:gd name="connsiteX398" fmla="*/ 1330482 w 5585039"/>
              <a:gd name="connsiteY398" fmla="*/ 1724080 h 2765812"/>
              <a:gd name="connsiteX399" fmla="*/ 1252109 w 5585039"/>
              <a:gd name="connsiteY399" fmla="*/ 1742740 h 2765812"/>
              <a:gd name="connsiteX400" fmla="*/ 1254597 w 5585039"/>
              <a:gd name="connsiteY400" fmla="*/ 1739008 h 2765812"/>
              <a:gd name="connsiteX401" fmla="*/ 1304358 w 5585039"/>
              <a:gd name="connsiteY401" fmla="*/ 1681783 h 2765812"/>
              <a:gd name="connsiteX402" fmla="*/ 1330482 w 5585039"/>
              <a:gd name="connsiteY402" fmla="*/ 1723458 h 2765812"/>
              <a:gd name="connsiteX403" fmla="*/ 1336080 w 5585039"/>
              <a:gd name="connsiteY403" fmla="*/ 985752 h 2765812"/>
              <a:gd name="connsiteX404" fmla="*/ 1306846 w 5585039"/>
              <a:gd name="connsiteY404" fmla="*/ 1002547 h 2765812"/>
              <a:gd name="connsiteX405" fmla="*/ 1204214 w 5585039"/>
              <a:gd name="connsiteY405" fmla="*/ 805369 h 2765812"/>
              <a:gd name="connsiteX406" fmla="*/ 1482875 w 5585039"/>
              <a:gd name="connsiteY406" fmla="*/ 659818 h 2765812"/>
              <a:gd name="connsiteX407" fmla="*/ 1530770 w 5585039"/>
              <a:gd name="connsiteY407" fmla="*/ 758718 h 2765812"/>
              <a:gd name="connsiteX408" fmla="*/ 1579909 w 5585039"/>
              <a:gd name="connsiteY408" fmla="*/ 878144 h 2765812"/>
              <a:gd name="connsiteX409" fmla="*/ 1336080 w 5585039"/>
              <a:gd name="connsiteY409" fmla="*/ 986374 h 2765812"/>
              <a:gd name="connsiteX410" fmla="*/ 1027563 w 5585039"/>
              <a:gd name="connsiteY410" fmla="*/ 343214 h 2765812"/>
              <a:gd name="connsiteX411" fmla="*/ 1219764 w 5585039"/>
              <a:gd name="connsiteY411" fmla="*/ 247425 h 2765812"/>
              <a:gd name="connsiteX412" fmla="*/ 1336080 w 5585039"/>
              <a:gd name="connsiteY412" fmla="*/ 419722 h 2765812"/>
              <a:gd name="connsiteX413" fmla="*/ 1068616 w 5585039"/>
              <a:gd name="connsiteY413" fmla="*/ 563407 h 2765812"/>
              <a:gd name="connsiteX414" fmla="*/ 980912 w 5585039"/>
              <a:gd name="connsiteY414" fmla="*/ 374937 h 2765812"/>
              <a:gd name="connsiteX415" fmla="*/ 1027563 w 5585039"/>
              <a:gd name="connsiteY415" fmla="*/ 343214 h 2765812"/>
              <a:gd name="connsiteX416" fmla="*/ 961630 w 5585039"/>
              <a:gd name="connsiteY416" fmla="*/ 675991 h 2765812"/>
              <a:gd name="connsiteX417" fmla="*/ 1066749 w 5585039"/>
              <a:gd name="connsiteY417" fmla="*/ 570249 h 2765812"/>
              <a:gd name="connsiteX418" fmla="*/ 1154453 w 5585039"/>
              <a:gd name="connsiteY418" fmla="*/ 726995 h 2765812"/>
              <a:gd name="connsiteX419" fmla="*/ 1198616 w 5585039"/>
              <a:gd name="connsiteY419" fmla="*/ 804125 h 2765812"/>
              <a:gd name="connsiteX420" fmla="*/ 1091008 w 5585039"/>
              <a:gd name="connsiteY420" fmla="*/ 903647 h 2765812"/>
              <a:gd name="connsiteX421" fmla="*/ 1028185 w 5585039"/>
              <a:gd name="connsiteY421" fmla="*/ 986374 h 2765812"/>
              <a:gd name="connsiteX422" fmla="*/ 914357 w 5585039"/>
              <a:gd name="connsiteY422" fmla="*/ 750632 h 2765812"/>
              <a:gd name="connsiteX423" fmla="*/ 961008 w 5585039"/>
              <a:gd name="connsiteY423" fmla="*/ 675991 h 2765812"/>
              <a:gd name="connsiteX424" fmla="*/ 798663 w 5585039"/>
              <a:gd name="connsiteY424" fmla="*/ 573981 h 2765812"/>
              <a:gd name="connsiteX425" fmla="*/ 809237 w 5585039"/>
              <a:gd name="connsiteY425" fmla="*/ 554076 h 2765812"/>
              <a:gd name="connsiteX426" fmla="*/ 910003 w 5585039"/>
              <a:gd name="connsiteY426" fmla="*/ 750010 h 2765812"/>
              <a:gd name="connsiteX427" fmla="*/ 802395 w 5585039"/>
              <a:gd name="connsiteY427" fmla="*/ 982020 h 2765812"/>
              <a:gd name="connsiteX428" fmla="*/ 798663 w 5585039"/>
              <a:gd name="connsiteY428" fmla="*/ 573981 h 2765812"/>
              <a:gd name="connsiteX429" fmla="*/ 821677 w 5585039"/>
              <a:gd name="connsiteY429" fmla="*/ 1068480 h 2765812"/>
              <a:gd name="connsiteX430" fmla="*/ 875792 w 5585039"/>
              <a:gd name="connsiteY430" fmla="*/ 1199102 h 2765812"/>
              <a:gd name="connsiteX431" fmla="*/ 882012 w 5585039"/>
              <a:gd name="connsiteY431" fmla="*/ 1218384 h 2765812"/>
              <a:gd name="connsiteX432" fmla="*/ 886988 w 5585039"/>
              <a:gd name="connsiteY432" fmla="*/ 1234557 h 2765812"/>
              <a:gd name="connsiteX433" fmla="*/ 794930 w 5585039"/>
              <a:gd name="connsiteY433" fmla="*/ 1339055 h 2765812"/>
              <a:gd name="connsiteX434" fmla="*/ 722155 w 5585039"/>
              <a:gd name="connsiteY434" fmla="*/ 1156183 h 2765812"/>
              <a:gd name="connsiteX435" fmla="*/ 821677 w 5585039"/>
              <a:gd name="connsiteY435" fmla="*/ 1069102 h 2765812"/>
              <a:gd name="connsiteX436" fmla="*/ 740193 w 5585039"/>
              <a:gd name="connsiteY436" fmla="*/ 1385084 h 2765812"/>
              <a:gd name="connsiteX437" fmla="*/ 793064 w 5585039"/>
              <a:gd name="connsiteY437" fmla="*/ 1345897 h 2765812"/>
              <a:gd name="connsiteX438" fmla="*/ 862730 w 5585039"/>
              <a:gd name="connsiteY438" fmla="*/ 1502644 h 2765812"/>
              <a:gd name="connsiteX439" fmla="*/ 703495 w 5585039"/>
              <a:gd name="connsiteY439" fmla="*/ 1592835 h 2765812"/>
              <a:gd name="connsiteX440" fmla="*/ 613303 w 5585039"/>
              <a:gd name="connsiteY440" fmla="*/ 1449151 h 2765812"/>
              <a:gd name="connsiteX441" fmla="*/ 739572 w 5585039"/>
              <a:gd name="connsiteY441" fmla="*/ 1384462 h 2765812"/>
              <a:gd name="connsiteX442" fmla="*/ 362633 w 5585039"/>
              <a:gd name="connsiteY442" fmla="*/ 1314174 h 2765812"/>
              <a:gd name="connsiteX443" fmla="*/ 508183 w 5585039"/>
              <a:gd name="connsiteY443" fmla="*/ 1267523 h 2765812"/>
              <a:gd name="connsiteX444" fmla="*/ 607083 w 5585039"/>
              <a:gd name="connsiteY444" fmla="*/ 1447285 h 2765812"/>
              <a:gd name="connsiteX445" fmla="*/ 425456 w 5585039"/>
              <a:gd name="connsiteY445" fmla="*/ 1485849 h 2765812"/>
              <a:gd name="connsiteX446" fmla="*/ 302298 w 5585039"/>
              <a:gd name="connsiteY446" fmla="*/ 1329103 h 2765812"/>
              <a:gd name="connsiteX447" fmla="*/ 362633 w 5585039"/>
              <a:gd name="connsiteY447" fmla="*/ 1314174 h 2765812"/>
              <a:gd name="connsiteX448" fmla="*/ 429188 w 5585039"/>
              <a:gd name="connsiteY448" fmla="*/ 1651304 h 2765812"/>
              <a:gd name="connsiteX449" fmla="*/ 291101 w 5585039"/>
              <a:gd name="connsiteY449" fmla="*/ 1493936 h 2765812"/>
              <a:gd name="connsiteX450" fmla="*/ 423590 w 5585039"/>
              <a:gd name="connsiteY450" fmla="*/ 1490203 h 2765812"/>
              <a:gd name="connsiteX451" fmla="*/ 541150 w 5585039"/>
              <a:gd name="connsiteY451" fmla="*/ 1646950 h 2765812"/>
              <a:gd name="connsiteX452" fmla="*/ 429188 w 5585039"/>
              <a:gd name="connsiteY452" fmla="*/ 1651304 h 2765812"/>
              <a:gd name="connsiteX453" fmla="*/ 650624 w 5585039"/>
              <a:gd name="connsiteY453" fmla="*/ 1622692 h 2765812"/>
              <a:gd name="connsiteX454" fmla="*/ 656844 w 5585039"/>
              <a:gd name="connsiteY454" fmla="*/ 1619582 h 2765812"/>
              <a:gd name="connsiteX455" fmla="*/ 702251 w 5585039"/>
              <a:gd name="connsiteY455" fmla="*/ 1598433 h 2765812"/>
              <a:gd name="connsiteX456" fmla="*/ 781868 w 5585039"/>
              <a:gd name="connsiteY456" fmla="*/ 1713506 h 2765812"/>
              <a:gd name="connsiteX457" fmla="*/ 840337 w 5585039"/>
              <a:gd name="connsiteY457" fmla="*/ 1799965 h 2765812"/>
              <a:gd name="connsiteX458" fmla="*/ 671150 w 5585039"/>
              <a:gd name="connsiteY458" fmla="*/ 1827956 h 2765812"/>
              <a:gd name="connsiteX459" fmla="*/ 547992 w 5585039"/>
              <a:gd name="connsiteY459" fmla="*/ 1650682 h 2765812"/>
              <a:gd name="connsiteX460" fmla="*/ 650002 w 5585039"/>
              <a:gd name="connsiteY460" fmla="*/ 1622692 h 2765812"/>
              <a:gd name="connsiteX461" fmla="*/ 698519 w 5585039"/>
              <a:gd name="connsiteY461" fmla="*/ 2013315 h 2765812"/>
              <a:gd name="connsiteX462" fmla="*/ 569762 w 5585039"/>
              <a:gd name="connsiteY462" fmla="*/ 1832310 h 2765812"/>
              <a:gd name="connsiteX463" fmla="*/ 669906 w 5585039"/>
              <a:gd name="connsiteY463" fmla="*/ 1832310 h 2765812"/>
              <a:gd name="connsiteX464" fmla="*/ 714691 w 5585039"/>
              <a:gd name="connsiteY464" fmla="*/ 1906329 h 2765812"/>
              <a:gd name="connsiteX465" fmla="*/ 788088 w 5585039"/>
              <a:gd name="connsiteY465" fmla="*/ 2035085 h 2765812"/>
              <a:gd name="connsiteX466" fmla="*/ 698519 w 5585039"/>
              <a:gd name="connsiteY466" fmla="*/ 2013315 h 2765812"/>
              <a:gd name="connsiteX467" fmla="*/ 1082922 w 5585039"/>
              <a:gd name="connsiteY467" fmla="*/ 2234129 h 2765812"/>
              <a:gd name="connsiteX468" fmla="*/ 1006414 w 5585039"/>
              <a:gd name="connsiteY468" fmla="*/ 2238483 h 2765812"/>
              <a:gd name="connsiteX469" fmla="*/ 906893 w 5585039"/>
              <a:gd name="connsiteY469" fmla="*/ 2225421 h 2765812"/>
              <a:gd name="connsiteX470" fmla="*/ 796175 w 5585039"/>
              <a:gd name="connsiteY470" fmla="*/ 2039440 h 2765812"/>
              <a:gd name="connsiteX471" fmla="*/ 981534 w 5585039"/>
              <a:gd name="connsiteY471" fmla="*/ 2038818 h 2765812"/>
              <a:gd name="connsiteX472" fmla="*/ 1083544 w 5585039"/>
              <a:gd name="connsiteY472" fmla="*/ 2233507 h 2765812"/>
              <a:gd name="connsiteX473" fmla="*/ 1368425 w 5585039"/>
              <a:gd name="connsiteY473" fmla="*/ 2125277 h 2765812"/>
              <a:gd name="connsiteX474" fmla="*/ 1217898 w 5585039"/>
              <a:gd name="connsiteY474" fmla="*/ 2199296 h 2765812"/>
              <a:gd name="connsiteX475" fmla="*/ 1128329 w 5585039"/>
              <a:gd name="connsiteY475" fmla="*/ 2013937 h 2765812"/>
              <a:gd name="connsiteX476" fmla="*/ 1127707 w 5585039"/>
              <a:gd name="connsiteY476" fmla="*/ 2012693 h 2765812"/>
              <a:gd name="connsiteX477" fmla="*/ 1273879 w 5585039"/>
              <a:gd name="connsiteY477" fmla="*/ 1951114 h 2765812"/>
              <a:gd name="connsiteX478" fmla="*/ 1368425 w 5585039"/>
              <a:gd name="connsiteY478" fmla="*/ 2125277 h 2765812"/>
              <a:gd name="connsiteX479" fmla="*/ 1275745 w 5585039"/>
              <a:gd name="connsiteY479" fmla="*/ 1945516 h 2765812"/>
              <a:gd name="connsiteX480" fmla="*/ 1258329 w 5585039"/>
              <a:gd name="connsiteY480" fmla="*/ 1901975 h 2765812"/>
              <a:gd name="connsiteX481" fmla="*/ 1342301 w 5585039"/>
              <a:gd name="connsiteY481" fmla="*/ 1902597 h 2765812"/>
              <a:gd name="connsiteX482" fmla="*/ 1275745 w 5585039"/>
              <a:gd name="connsiteY482" fmla="*/ 1945516 h 2765812"/>
              <a:gd name="connsiteX483" fmla="*/ 1383353 w 5585039"/>
              <a:gd name="connsiteY483" fmla="*/ 1855324 h 2765812"/>
              <a:gd name="connsiteX484" fmla="*/ 1336702 w 5585039"/>
              <a:gd name="connsiteY484" fmla="*/ 1725946 h 2765812"/>
              <a:gd name="connsiteX485" fmla="*/ 1419430 w 5585039"/>
              <a:gd name="connsiteY485" fmla="*/ 1689247 h 2765812"/>
              <a:gd name="connsiteX486" fmla="*/ 1487229 w 5585039"/>
              <a:gd name="connsiteY486" fmla="*/ 1666233 h 2765812"/>
              <a:gd name="connsiteX487" fmla="*/ 1528282 w 5585039"/>
              <a:gd name="connsiteY487" fmla="*/ 1839152 h 2765812"/>
              <a:gd name="connsiteX488" fmla="*/ 1451152 w 5585039"/>
              <a:gd name="connsiteY488" fmla="*/ 1847860 h 2765812"/>
              <a:gd name="connsiteX489" fmla="*/ 1383353 w 5585039"/>
              <a:gd name="connsiteY489" fmla="*/ 1855324 h 2765812"/>
              <a:gd name="connsiteX490" fmla="*/ 1632158 w 5585039"/>
              <a:gd name="connsiteY490" fmla="*/ 1892023 h 2765812"/>
              <a:gd name="connsiteX491" fmla="*/ 1629670 w 5585039"/>
              <a:gd name="connsiteY491" fmla="*/ 1898243 h 2765812"/>
              <a:gd name="connsiteX492" fmla="*/ 1629670 w 5585039"/>
              <a:gd name="connsiteY492" fmla="*/ 1898243 h 2765812"/>
              <a:gd name="connsiteX493" fmla="*/ 1526416 w 5585039"/>
              <a:gd name="connsiteY493" fmla="*/ 2008961 h 2765812"/>
              <a:gd name="connsiteX494" fmla="*/ 1526416 w 5585039"/>
              <a:gd name="connsiteY494" fmla="*/ 2008961 h 2765812"/>
              <a:gd name="connsiteX495" fmla="*/ 1461727 w 5585039"/>
              <a:gd name="connsiteY495" fmla="*/ 1890157 h 2765812"/>
              <a:gd name="connsiteX496" fmla="*/ 1579909 w 5585039"/>
              <a:gd name="connsiteY496" fmla="*/ 1879583 h 2765812"/>
              <a:gd name="connsiteX497" fmla="*/ 1633402 w 5585039"/>
              <a:gd name="connsiteY497" fmla="*/ 1887047 h 2765812"/>
              <a:gd name="connsiteX498" fmla="*/ 1633402 w 5585039"/>
              <a:gd name="connsiteY498" fmla="*/ 1891401 h 2765812"/>
              <a:gd name="connsiteX499" fmla="*/ 1597947 w 5585039"/>
              <a:gd name="connsiteY499" fmla="*/ 1673697 h 2765812"/>
              <a:gd name="connsiteX500" fmla="*/ 1489717 w 5585039"/>
              <a:gd name="connsiteY500" fmla="*/ 1661879 h 2765812"/>
              <a:gd name="connsiteX501" fmla="*/ 1442444 w 5585039"/>
              <a:gd name="connsiteY501" fmla="*/ 1576663 h 2765812"/>
              <a:gd name="connsiteX502" fmla="*/ 1500291 w 5585039"/>
              <a:gd name="connsiteY502" fmla="*/ 1543697 h 2765812"/>
              <a:gd name="connsiteX503" fmla="*/ 1597947 w 5585039"/>
              <a:gd name="connsiteY503" fmla="*/ 1673697 h 2765812"/>
              <a:gd name="connsiteX504" fmla="*/ 1551296 w 5585039"/>
              <a:gd name="connsiteY504" fmla="*/ 1469677 h 2765812"/>
              <a:gd name="connsiteX505" fmla="*/ 1499047 w 5585039"/>
              <a:gd name="connsiteY505" fmla="*/ 1494558 h 2765812"/>
              <a:gd name="connsiteX506" fmla="*/ 1391439 w 5585039"/>
              <a:gd name="connsiteY506" fmla="*/ 1238289 h 2765812"/>
              <a:gd name="connsiteX507" fmla="*/ 1696225 w 5585039"/>
              <a:gd name="connsiteY507" fmla="*/ 1129437 h 2765812"/>
              <a:gd name="connsiteX508" fmla="*/ 1826225 w 5585039"/>
              <a:gd name="connsiteY508" fmla="*/ 1374509 h 2765812"/>
              <a:gd name="connsiteX509" fmla="*/ 1551296 w 5585039"/>
              <a:gd name="connsiteY509" fmla="*/ 1469677 h 2765812"/>
              <a:gd name="connsiteX510" fmla="*/ 1698091 w 5585039"/>
              <a:gd name="connsiteY510" fmla="*/ 1124461 h 2765812"/>
              <a:gd name="connsiteX511" fmla="*/ 1586129 w 5585039"/>
              <a:gd name="connsiteY511" fmla="*/ 880632 h 2765812"/>
              <a:gd name="connsiteX512" fmla="*/ 1832445 w 5585039"/>
              <a:gd name="connsiteY512" fmla="*/ 805991 h 2765812"/>
              <a:gd name="connsiteX513" fmla="*/ 1951872 w 5585039"/>
              <a:gd name="connsiteY513" fmla="*/ 970202 h 2765812"/>
              <a:gd name="connsiteX514" fmla="*/ 2024025 w 5585039"/>
              <a:gd name="connsiteY514" fmla="*/ 1057284 h 2765812"/>
              <a:gd name="connsiteX515" fmla="*/ 1698091 w 5585039"/>
              <a:gd name="connsiteY515" fmla="*/ 1124461 h 2765812"/>
              <a:gd name="connsiteX516" fmla="*/ 2195078 w 5585039"/>
              <a:gd name="connsiteY516" fmla="*/ 1302356 h 2765812"/>
              <a:gd name="connsiteX517" fmla="*/ 2032733 w 5585039"/>
              <a:gd name="connsiteY517" fmla="*/ 1060394 h 2765812"/>
              <a:gd name="connsiteX518" fmla="*/ 2319480 w 5585039"/>
              <a:gd name="connsiteY518" fmla="*/ 1021829 h 2765812"/>
              <a:gd name="connsiteX519" fmla="*/ 2505462 w 5585039"/>
              <a:gd name="connsiteY519" fmla="*/ 1278720 h 2765812"/>
              <a:gd name="connsiteX520" fmla="*/ 2195700 w 5585039"/>
              <a:gd name="connsiteY520" fmla="*/ 1302356 h 2765812"/>
              <a:gd name="connsiteX521" fmla="*/ 2768572 w 5585039"/>
              <a:gd name="connsiteY521" fmla="*/ 1748338 h 2765812"/>
              <a:gd name="connsiteX522" fmla="*/ 2697041 w 5585039"/>
              <a:gd name="connsiteY522" fmla="*/ 1849104 h 2765812"/>
              <a:gd name="connsiteX523" fmla="*/ 2619912 w 5585039"/>
              <a:gd name="connsiteY523" fmla="*/ 1956712 h 2765812"/>
              <a:gd name="connsiteX524" fmla="*/ 2540294 w 5585039"/>
              <a:gd name="connsiteY524" fmla="*/ 2067430 h 2765812"/>
              <a:gd name="connsiteX525" fmla="*/ 2460055 w 5585039"/>
              <a:gd name="connsiteY525" fmla="*/ 2178148 h 2765812"/>
              <a:gd name="connsiteX526" fmla="*/ 2382303 w 5585039"/>
              <a:gd name="connsiteY526" fmla="*/ 2285134 h 2765812"/>
              <a:gd name="connsiteX527" fmla="*/ 2243595 w 5585039"/>
              <a:gd name="connsiteY527" fmla="*/ 2474226 h 2765812"/>
              <a:gd name="connsiteX528" fmla="*/ 2187614 w 5585039"/>
              <a:gd name="connsiteY528" fmla="*/ 2549489 h 2765812"/>
              <a:gd name="connsiteX529" fmla="*/ 2144695 w 5585039"/>
              <a:gd name="connsiteY529" fmla="*/ 2607336 h 2765812"/>
              <a:gd name="connsiteX530" fmla="*/ 2106752 w 5585039"/>
              <a:gd name="connsiteY530" fmla="*/ 2657719 h 2765812"/>
              <a:gd name="connsiteX531" fmla="*/ 2142207 w 5585039"/>
              <a:gd name="connsiteY531" fmla="*/ 2606092 h 2765812"/>
              <a:gd name="connsiteX532" fmla="*/ 2183260 w 5585039"/>
              <a:gd name="connsiteY532" fmla="*/ 2547001 h 2765812"/>
              <a:gd name="connsiteX533" fmla="*/ 2236753 w 5585039"/>
              <a:gd name="connsiteY533" fmla="*/ 2470493 h 2765812"/>
              <a:gd name="connsiteX534" fmla="*/ 2372351 w 5585039"/>
              <a:gd name="connsiteY534" fmla="*/ 2278914 h 2765812"/>
              <a:gd name="connsiteX535" fmla="*/ 2449481 w 5585039"/>
              <a:gd name="connsiteY535" fmla="*/ 2171306 h 2765812"/>
              <a:gd name="connsiteX536" fmla="*/ 2529098 w 5585039"/>
              <a:gd name="connsiteY536" fmla="*/ 2060588 h 2765812"/>
              <a:gd name="connsiteX537" fmla="*/ 2609338 w 5585039"/>
              <a:gd name="connsiteY537" fmla="*/ 1949870 h 2765812"/>
              <a:gd name="connsiteX538" fmla="*/ 2687089 w 5585039"/>
              <a:gd name="connsiteY538" fmla="*/ 1842884 h 2765812"/>
              <a:gd name="connsiteX539" fmla="*/ 2760486 w 5585039"/>
              <a:gd name="connsiteY539" fmla="*/ 1743362 h 2765812"/>
              <a:gd name="connsiteX540" fmla="*/ 2765462 w 5585039"/>
              <a:gd name="connsiteY540" fmla="*/ 1736520 h 2765812"/>
              <a:gd name="connsiteX541" fmla="*/ 2771061 w 5585039"/>
              <a:gd name="connsiteY541" fmla="*/ 1744606 h 2765812"/>
              <a:gd name="connsiteX542" fmla="*/ 2767951 w 5585039"/>
              <a:gd name="connsiteY542" fmla="*/ 1748960 h 2765812"/>
              <a:gd name="connsiteX543" fmla="*/ 3398048 w 5585039"/>
              <a:gd name="connsiteY543" fmla="*/ 2549489 h 2765812"/>
              <a:gd name="connsiteX544" fmla="*/ 3342067 w 5585039"/>
              <a:gd name="connsiteY544" fmla="*/ 2474226 h 2765812"/>
              <a:gd name="connsiteX545" fmla="*/ 3203358 w 5585039"/>
              <a:gd name="connsiteY545" fmla="*/ 2285134 h 2765812"/>
              <a:gd name="connsiteX546" fmla="*/ 3125607 w 5585039"/>
              <a:gd name="connsiteY546" fmla="*/ 2178148 h 2765812"/>
              <a:gd name="connsiteX547" fmla="*/ 3045368 w 5585039"/>
              <a:gd name="connsiteY547" fmla="*/ 2067430 h 2765812"/>
              <a:gd name="connsiteX548" fmla="*/ 2965750 w 5585039"/>
              <a:gd name="connsiteY548" fmla="*/ 1956712 h 2765812"/>
              <a:gd name="connsiteX549" fmla="*/ 2888621 w 5585039"/>
              <a:gd name="connsiteY549" fmla="*/ 1849104 h 2765812"/>
              <a:gd name="connsiteX550" fmla="*/ 2817090 w 5585039"/>
              <a:gd name="connsiteY550" fmla="*/ 1748338 h 2765812"/>
              <a:gd name="connsiteX551" fmla="*/ 2753022 w 5585039"/>
              <a:gd name="connsiteY551" fmla="*/ 1657525 h 2765812"/>
              <a:gd name="connsiteX552" fmla="*/ 2699529 w 5585039"/>
              <a:gd name="connsiteY552" fmla="*/ 1581017 h 2765812"/>
              <a:gd name="connsiteX553" fmla="*/ 2658477 w 5585039"/>
              <a:gd name="connsiteY553" fmla="*/ 1521926 h 2765812"/>
              <a:gd name="connsiteX554" fmla="*/ 2623022 w 5585039"/>
              <a:gd name="connsiteY554" fmla="*/ 1470299 h 2765812"/>
              <a:gd name="connsiteX555" fmla="*/ 2660965 w 5585039"/>
              <a:gd name="connsiteY555" fmla="*/ 1520682 h 2765812"/>
              <a:gd name="connsiteX556" fmla="*/ 2703883 w 5585039"/>
              <a:gd name="connsiteY556" fmla="*/ 1578529 h 2765812"/>
              <a:gd name="connsiteX557" fmla="*/ 2759864 w 5585039"/>
              <a:gd name="connsiteY557" fmla="*/ 1653792 h 2765812"/>
              <a:gd name="connsiteX558" fmla="*/ 2825798 w 5585039"/>
              <a:gd name="connsiteY558" fmla="*/ 1743362 h 2765812"/>
              <a:gd name="connsiteX559" fmla="*/ 2899195 w 5585039"/>
              <a:gd name="connsiteY559" fmla="*/ 1842884 h 2765812"/>
              <a:gd name="connsiteX560" fmla="*/ 2976946 w 5585039"/>
              <a:gd name="connsiteY560" fmla="*/ 1949870 h 2765812"/>
              <a:gd name="connsiteX561" fmla="*/ 3057186 w 5585039"/>
              <a:gd name="connsiteY561" fmla="*/ 2060588 h 2765812"/>
              <a:gd name="connsiteX562" fmla="*/ 3136803 w 5585039"/>
              <a:gd name="connsiteY562" fmla="*/ 2171306 h 2765812"/>
              <a:gd name="connsiteX563" fmla="*/ 3213933 w 5585039"/>
              <a:gd name="connsiteY563" fmla="*/ 2278914 h 2765812"/>
              <a:gd name="connsiteX564" fmla="*/ 3349531 w 5585039"/>
              <a:gd name="connsiteY564" fmla="*/ 2470493 h 2765812"/>
              <a:gd name="connsiteX565" fmla="*/ 3403024 w 5585039"/>
              <a:gd name="connsiteY565" fmla="*/ 2547001 h 2765812"/>
              <a:gd name="connsiteX566" fmla="*/ 3444077 w 5585039"/>
              <a:gd name="connsiteY566" fmla="*/ 2606092 h 2765812"/>
              <a:gd name="connsiteX567" fmla="*/ 3479531 w 5585039"/>
              <a:gd name="connsiteY567" fmla="*/ 2657719 h 2765812"/>
              <a:gd name="connsiteX568" fmla="*/ 3441589 w 5585039"/>
              <a:gd name="connsiteY568" fmla="*/ 2607336 h 2765812"/>
              <a:gd name="connsiteX569" fmla="*/ 3398670 w 5585039"/>
              <a:gd name="connsiteY569" fmla="*/ 2549489 h 2765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</a:cxnLst>
            <a:rect l="l" t="t" r="r" b="b"/>
            <a:pathLst>
              <a:path w="5585039" h="2765812">
                <a:moveTo>
                  <a:pt x="3484508" y="2738580"/>
                </a:moveTo>
                <a:cubicBezTo>
                  <a:pt x="3505656" y="2767815"/>
                  <a:pt x="3546709" y="2774657"/>
                  <a:pt x="3575943" y="2753509"/>
                </a:cubicBezTo>
                <a:cubicBezTo>
                  <a:pt x="3578431" y="2751643"/>
                  <a:pt x="3580919" y="2749155"/>
                  <a:pt x="3583407" y="2746666"/>
                </a:cubicBezTo>
                <a:cubicBezTo>
                  <a:pt x="3588383" y="2742312"/>
                  <a:pt x="3592116" y="2736714"/>
                  <a:pt x="3595226" y="2731116"/>
                </a:cubicBezTo>
                <a:cubicBezTo>
                  <a:pt x="3602068" y="2718054"/>
                  <a:pt x="3604556" y="2703126"/>
                  <a:pt x="3602068" y="2688819"/>
                </a:cubicBezTo>
                <a:cubicBezTo>
                  <a:pt x="3600202" y="2679489"/>
                  <a:pt x="3597092" y="2669537"/>
                  <a:pt x="3590872" y="2661451"/>
                </a:cubicBezTo>
                <a:lnTo>
                  <a:pt x="3498192" y="2532072"/>
                </a:lnTo>
                <a:lnTo>
                  <a:pt x="3473933" y="2497862"/>
                </a:lnTo>
                <a:lnTo>
                  <a:pt x="3348909" y="2323699"/>
                </a:lnTo>
                <a:lnTo>
                  <a:pt x="3322163" y="2286378"/>
                </a:lnTo>
                <a:lnTo>
                  <a:pt x="3190296" y="2102263"/>
                </a:lnTo>
                <a:lnTo>
                  <a:pt x="3161062" y="2061210"/>
                </a:lnTo>
                <a:lnTo>
                  <a:pt x="2930296" y="1739630"/>
                </a:lnTo>
                <a:lnTo>
                  <a:pt x="2895463" y="1690491"/>
                </a:lnTo>
                <a:lnTo>
                  <a:pt x="2873693" y="1660013"/>
                </a:lnTo>
                <a:lnTo>
                  <a:pt x="2895463" y="1629534"/>
                </a:lnTo>
                <a:lnTo>
                  <a:pt x="2930296" y="1580395"/>
                </a:lnTo>
                <a:lnTo>
                  <a:pt x="3118143" y="1318528"/>
                </a:lnTo>
                <a:cubicBezTo>
                  <a:pt x="3148621" y="1320394"/>
                  <a:pt x="3200870" y="1323504"/>
                  <a:pt x="3268048" y="1330347"/>
                </a:cubicBezTo>
                <a:cubicBezTo>
                  <a:pt x="3279244" y="1331591"/>
                  <a:pt x="3291062" y="1332835"/>
                  <a:pt x="3302880" y="1334079"/>
                </a:cubicBezTo>
                <a:cubicBezTo>
                  <a:pt x="3376278" y="1342165"/>
                  <a:pt x="3463981" y="1354605"/>
                  <a:pt x="3557283" y="1372021"/>
                </a:cubicBezTo>
                <a:cubicBezTo>
                  <a:pt x="3568479" y="1373887"/>
                  <a:pt x="3580297" y="1376375"/>
                  <a:pt x="3591494" y="1378863"/>
                </a:cubicBezTo>
                <a:cubicBezTo>
                  <a:pt x="3595226" y="1379485"/>
                  <a:pt x="3598336" y="1380107"/>
                  <a:pt x="3602068" y="1380729"/>
                </a:cubicBezTo>
                <a:cubicBezTo>
                  <a:pt x="3688527" y="1398768"/>
                  <a:pt x="3784939" y="1423026"/>
                  <a:pt x="3880107" y="1455371"/>
                </a:cubicBezTo>
                <a:cubicBezTo>
                  <a:pt x="3891303" y="1459103"/>
                  <a:pt x="3901877" y="1463457"/>
                  <a:pt x="3913073" y="1467189"/>
                </a:cubicBezTo>
                <a:cubicBezTo>
                  <a:pt x="3957858" y="1483361"/>
                  <a:pt x="4002021" y="1501400"/>
                  <a:pt x="4044318" y="1521304"/>
                </a:cubicBezTo>
                <a:cubicBezTo>
                  <a:pt x="4010107" y="1561735"/>
                  <a:pt x="3940442" y="1650060"/>
                  <a:pt x="3911207" y="1720348"/>
                </a:cubicBezTo>
                <a:cubicBezTo>
                  <a:pt x="3870777" y="1818004"/>
                  <a:pt x="3914317" y="1911305"/>
                  <a:pt x="3916183" y="1915037"/>
                </a:cubicBezTo>
                <a:lnTo>
                  <a:pt x="3916183" y="1915037"/>
                </a:lnTo>
                <a:cubicBezTo>
                  <a:pt x="3926136" y="1936186"/>
                  <a:pt x="3946662" y="1961066"/>
                  <a:pt x="3977763" y="1991545"/>
                </a:cubicBezTo>
                <a:cubicBezTo>
                  <a:pt x="3985849" y="1999631"/>
                  <a:pt x="3994557" y="2007717"/>
                  <a:pt x="4003887" y="2016425"/>
                </a:cubicBezTo>
                <a:cubicBezTo>
                  <a:pt x="4011973" y="2023889"/>
                  <a:pt x="4020681" y="2031975"/>
                  <a:pt x="4030634" y="2040061"/>
                </a:cubicBezTo>
                <a:cubicBezTo>
                  <a:pt x="4048050" y="2054990"/>
                  <a:pt x="4065466" y="2069296"/>
                  <a:pt x="4082260" y="2082358"/>
                </a:cubicBezTo>
                <a:cubicBezTo>
                  <a:pt x="4132644" y="2122167"/>
                  <a:pt x="4181160" y="2153890"/>
                  <a:pt x="4227189" y="2180014"/>
                </a:cubicBezTo>
                <a:cubicBezTo>
                  <a:pt x="4237763" y="2186234"/>
                  <a:pt x="4248338" y="2191210"/>
                  <a:pt x="4258290" y="2196808"/>
                </a:cubicBezTo>
                <a:cubicBezTo>
                  <a:pt x="4362166" y="2250301"/>
                  <a:pt x="4452357" y="2272072"/>
                  <a:pt x="4525133" y="2278292"/>
                </a:cubicBezTo>
                <a:cubicBezTo>
                  <a:pt x="4535707" y="2278914"/>
                  <a:pt x="4545659" y="2279536"/>
                  <a:pt x="4555611" y="2280158"/>
                </a:cubicBezTo>
                <a:cubicBezTo>
                  <a:pt x="4564941" y="2280158"/>
                  <a:pt x="4574272" y="2280158"/>
                  <a:pt x="4582980" y="2280158"/>
                </a:cubicBezTo>
                <a:cubicBezTo>
                  <a:pt x="4717334" y="2277048"/>
                  <a:pt x="4794464" y="2223555"/>
                  <a:pt x="4797573" y="2221067"/>
                </a:cubicBezTo>
                <a:lnTo>
                  <a:pt x="4801306" y="2218579"/>
                </a:lnTo>
                <a:lnTo>
                  <a:pt x="4803794" y="2214847"/>
                </a:lnTo>
                <a:cubicBezTo>
                  <a:pt x="4808148" y="2208005"/>
                  <a:pt x="5258484" y="1500778"/>
                  <a:pt x="5519107" y="1360203"/>
                </a:cubicBezTo>
                <a:lnTo>
                  <a:pt x="5585040" y="1324748"/>
                </a:lnTo>
                <a:lnTo>
                  <a:pt x="5509777" y="1319150"/>
                </a:lnTo>
                <a:cubicBezTo>
                  <a:pt x="5504801" y="1319150"/>
                  <a:pt x="5027096" y="1281208"/>
                  <a:pt x="4801306" y="1042977"/>
                </a:cubicBezTo>
                <a:cubicBezTo>
                  <a:pt x="4813746" y="1018719"/>
                  <a:pt x="4838626" y="966470"/>
                  <a:pt x="4855421" y="897427"/>
                </a:cubicBezTo>
                <a:cubicBezTo>
                  <a:pt x="4885899" y="772402"/>
                  <a:pt x="4875325" y="652976"/>
                  <a:pt x="4825564" y="552210"/>
                </a:cubicBezTo>
                <a:cubicBezTo>
                  <a:pt x="4805038" y="511158"/>
                  <a:pt x="4740349" y="404794"/>
                  <a:pt x="4581114" y="304028"/>
                </a:cubicBezTo>
                <a:cubicBezTo>
                  <a:pt x="4426233" y="205750"/>
                  <a:pt x="4225945" y="139817"/>
                  <a:pt x="3986471" y="106850"/>
                </a:cubicBezTo>
                <a:lnTo>
                  <a:pt x="3988337" y="103740"/>
                </a:lnTo>
                <a:cubicBezTo>
                  <a:pt x="4009485" y="74506"/>
                  <a:pt x="4002643" y="33453"/>
                  <a:pt x="3973409" y="12304"/>
                </a:cubicBezTo>
                <a:cubicBezTo>
                  <a:pt x="3944174" y="-8844"/>
                  <a:pt x="3903121" y="-2002"/>
                  <a:pt x="3881973" y="27233"/>
                </a:cubicBezTo>
                <a:lnTo>
                  <a:pt x="2792209" y="1546184"/>
                </a:lnTo>
                <a:lnTo>
                  <a:pt x="1703067" y="29721"/>
                </a:lnTo>
                <a:cubicBezTo>
                  <a:pt x="1681919" y="486"/>
                  <a:pt x="1640866" y="-6356"/>
                  <a:pt x="1611631" y="14792"/>
                </a:cubicBezTo>
                <a:cubicBezTo>
                  <a:pt x="1582397" y="35941"/>
                  <a:pt x="1575555" y="76994"/>
                  <a:pt x="1596703" y="106228"/>
                </a:cubicBezTo>
                <a:lnTo>
                  <a:pt x="1598569" y="109338"/>
                </a:lnTo>
                <a:cubicBezTo>
                  <a:pt x="1359095" y="142305"/>
                  <a:pt x="1158807" y="208238"/>
                  <a:pt x="1003926" y="306516"/>
                </a:cubicBezTo>
                <a:cubicBezTo>
                  <a:pt x="844069" y="407282"/>
                  <a:pt x="780002" y="513646"/>
                  <a:pt x="759476" y="554698"/>
                </a:cubicBezTo>
                <a:cubicBezTo>
                  <a:pt x="709715" y="655464"/>
                  <a:pt x="699141" y="774890"/>
                  <a:pt x="729619" y="899915"/>
                </a:cubicBezTo>
                <a:cubicBezTo>
                  <a:pt x="746414" y="968958"/>
                  <a:pt x="771294" y="1021207"/>
                  <a:pt x="783734" y="1045465"/>
                </a:cubicBezTo>
                <a:cubicBezTo>
                  <a:pt x="557944" y="1283696"/>
                  <a:pt x="80239" y="1321016"/>
                  <a:pt x="75263" y="1321638"/>
                </a:cubicBezTo>
                <a:lnTo>
                  <a:pt x="0" y="1327236"/>
                </a:lnTo>
                <a:lnTo>
                  <a:pt x="65933" y="1362691"/>
                </a:lnTo>
                <a:cubicBezTo>
                  <a:pt x="326556" y="1503266"/>
                  <a:pt x="776892" y="2210493"/>
                  <a:pt x="781246" y="2217335"/>
                </a:cubicBezTo>
                <a:lnTo>
                  <a:pt x="783734" y="2221067"/>
                </a:lnTo>
                <a:lnTo>
                  <a:pt x="787466" y="2223555"/>
                </a:lnTo>
                <a:cubicBezTo>
                  <a:pt x="790576" y="2226043"/>
                  <a:pt x="867706" y="2278914"/>
                  <a:pt x="1002060" y="2282646"/>
                </a:cubicBezTo>
                <a:cubicBezTo>
                  <a:pt x="1035027" y="2283268"/>
                  <a:pt x="1074214" y="2280780"/>
                  <a:pt x="1117754" y="2273316"/>
                </a:cubicBezTo>
                <a:cubicBezTo>
                  <a:pt x="1130817" y="2270828"/>
                  <a:pt x="1144501" y="2268340"/>
                  <a:pt x="1158185" y="2264608"/>
                </a:cubicBezTo>
                <a:cubicBezTo>
                  <a:pt x="1231582" y="2245947"/>
                  <a:pt x="1316798" y="2211115"/>
                  <a:pt x="1411344" y="2150780"/>
                </a:cubicBezTo>
                <a:cubicBezTo>
                  <a:pt x="1421296" y="2144559"/>
                  <a:pt x="1430626" y="2138339"/>
                  <a:pt x="1440578" y="2131497"/>
                </a:cubicBezTo>
                <a:cubicBezTo>
                  <a:pt x="1461105" y="2117191"/>
                  <a:pt x="1482253" y="2102263"/>
                  <a:pt x="1503401" y="2085468"/>
                </a:cubicBezTo>
                <a:cubicBezTo>
                  <a:pt x="1520196" y="2072406"/>
                  <a:pt x="1537612" y="2058100"/>
                  <a:pt x="1555028" y="2043172"/>
                </a:cubicBezTo>
                <a:cubicBezTo>
                  <a:pt x="1607277" y="1997765"/>
                  <a:pt x="1641488" y="1962310"/>
                  <a:pt x="1660148" y="1934320"/>
                </a:cubicBezTo>
                <a:cubicBezTo>
                  <a:pt x="1663880" y="1928721"/>
                  <a:pt x="1666990" y="1923123"/>
                  <a:pt x="1669478" y="1918147"/>
                </a:cubicBezTo>
                <a:lnTo>
                  <a:pt x="1669478" y="1918147"/>
                </a:lnTo>
                <a:cubicBezTo>
                  <a:pt x="1669478" y="1918147"/>
                  <a:pt x="1673833" y="1908817"/>
                  <a:pt x="1678187" y="1895133"/>
                </a:cubicBezTo>
                <a:cubicBezTo>
                  <a:pt x="1689383" y="1860922"/>
                  <a:pt x="1703067" y="1793123"/>
                  <a:pt x="1674455" y="1723458"/>
                </a:cubicBezTo>
                <a:cubicBezTo>
                  <a:pt x="1645220" y="1653171"/>
                  <a:pt x="1575555" y="1564845"/>
                  <a:pt x="1541344" y="1524414"/>
                </a:cubicBezTo>
                <a:cubicBezTo>
                  <a:pt x="1617852" y="1488337"/>
                  <a:pt x="1699335" y="1458481"/>
                  <a:pt x="1780197" y="1434845"/>
                </a:cubicBezTo>
                <a:cubicBezTo>
                  <a:pt x="1791393" y="1431734"/>
                  <a:pt x="1802589" y="1428002"/>
                  <a:pt x="1813785" y="1424892"/>
                </a:cubicBezTo>
                <a:cubicBezTo>
                  <a:pt x="1872254" y="1408720"/>
                  <a:pt x="1929479" y="1395036"/>
                  <a:pt x="1983594" y="1383839"/>
                </a:cubicBezTo>
                <a:cubicBezTo>
                  <a:pt x="2029001" y="1374509"/>
                  <a:pt x="2072542" y="1366423"/>
                  <a:pt x="2115461" y="1359581"/>
                </a:cubicBezTo>
                <a:cubicBezTo>
                  <a:pt x="2127279" y="1357715"/>
                  <a:pt x="2139097" y="1355849"/>
                  <a:pt x="2150293" y="1353983"/>
                </a:cubicBezTo>
                <a:cubicBezTo>
                  <a:pt x="2295844" y="1332213"/>
                  <a:pt x="2415270" y="1324126"/>
                  <a:pt x="2467519" y="1321016"/>
                </a:cubicBezTo>
                <a:lnTo>
                  <a:pt x="2522878" y="1398146"/>
                </a:lnTo>
                <a:lnTo>
                  <a:pt x="2566419" y="1458481"/>
                </a:lnTo>
                <a:lnTo>
                  <a:pt x="2712592" y="1661879"/>
                </a:lnTo>
                <a:lnTo>
                  <a:pt x="2611826" y="1802453"/>
                </a:lnTo>
                <a:lnTo>
                  <a:pt x="2581969" y="1844128"/>
                </a:lnTo>
                <a:lnTo>
                  <a:pt x="2206896" y="2366617"/>
                </a:lnTo>
                <a:lnTo>
                  <a:pt x="2182638" y="2400206"/>
                </a:lnTo>
                <a:lnTo>
                  <a:pt x="2062590" y="2567527"/>
                </a:lnTo>
                <a:lnTo>
                  <a:pt x="2040197" y="2598628"/>
                </a:lnTo>
                <a:lnTo>
                  <a:pt x="1994790" y="2661451"/>
                </a:lnTo>
                <a:cubicBezTo>
                  <a:pt x="1979862" y="2682599"/>
                  <a:pt x="1978618" y="2709968"/>
                  <a:pt x="1990436" y="2731116"/>
                </a:cubicBezTo>
                <a:cubicBezTo>
                  <a:pt x="1994790" y="2739824"/>
                  <a:pt x="2001633" y="2747289"/>
                  <a:pt x="2009719" y="2752887"/>
                </a:cubicBezTo>
                <a:cubicBezTo>
                  <a:pt x="2038953" y="2774035"/>
                  <a:pt x="2080006" y="2767193"/>
                  <a:pt x="2101154" y="2737958"/>
                </a:cubicBezTo>
                <a:lnTo>
                  <a:pt x="2111107" y="2723652"/>
                </a:lnTo>
                <a:lnTo>
                  <a:pt x="2133499" y="2692552"/>
                </a:lnTo>
                <a:lnTo>
                  <a:pt x="2241107" y="2542025"/>
                </a:lnTo>
                <a:lnTo>
                  <a:pt x="2265365" y="2508436"/>
                </a:lnTo>
                <a:lnTo>
                  <a:pt x="2606228" y="2033841"/>
                </a:lnTo>
                <a:lnTo>
                  <a:pt x="2636084" y="1992167"/>
                </a:lnTo>
                <a:lnTo>
                  <a:pt x="2792831" y="1773841"/>
                </a:lnTo>
                <a:lnTo>
                  <a:pt x="2895463" y="1916903"/>
                </a:lnTo>
                <a:lnTo>
                  <a:pt x="2930296" y="1966042"/>
                </a:lnTo>
                <a:lnTo>
                  <a:pt x="3133693" y="2249057"/>
                </a:lnTo>
                <a:lnTo>
                  <a:pt x="3162928" y="2290110"/>
                </a:lnTo>
                <a:lnTo>
                  <a:pt x="3279866" y="2453077"/>
                </a:lnTo>
                <a:lnTo>
                  <a:pt x="3306612" y="2490398"/>
                </a:lnTo>
                <a:lnTo>
                  <a:pt x="3417330" y="2644657"/>
                </a:lnTo>
                <a:lnTo>
                  <a:pt x="3441589" y="2678867"/>
                </a:lnTo>
                <a:lnTo>
                  <a:pt x="3484508" y="2738580"/>
                </a:lnTo>
                <a:close/>
                <a:moveTo>
                  <a:pt x="2083116" y="2731738"/>
                </a:moveTo>
                <a:cubicBezTo>
                  <a:pt x="2083116" y="2731738"/>
                  <a:pt x="2082494" y="2736714"/>
                  <a:pt x="2082494" y="2736714"/>
                </a:cubicBezTo>
                <a:cubicBezTo>
                  <a:pt x="2082494" y="2736714"/>
                  <a:pt x="2081872" y="2734848"/>
                  <a:pt x="2080628" y="2732360"/>
                </a:cubicBezTo>
                <a:cubicBezTo>
                  <a:pt x="2079384" y="2729872"/>
                  <a:pt x="2078140" y="2726140"/>
                  <a:pt x="2075652" y="2721786"/>
                </a:cubicBezTo>
                <a:cubicBezTo>
                  <a:pt x="2071298" y="2713078"/>
                  <a:pt x="2065700" y="2701882"/>
                  <a:pt x="2056992" y="2695040"/>
                </a:cubicBezTo>
                <a:cubicBezTo>
                  <a:pt x="2055126" y="2693173"/>
                  <a:pt x="2052637" y="2691930"/>
                  <a:pt x="2050149" y="2690686"/>
                </a:cubicBezTo>
                <a:cubicBezTo>
                  <a:pt x="2047661" y="2689442"/>
                  <a:pt x="2045173" y="2688197"/>
                  <a:pt x="2042685" y="2687575"/>
                </a:cubicBezTo>
                <a:cubicBezTo>
                  <a:pt x="2040197" y="2686953"/>
                  <a:pt x="2037709" y="2686332"/>
                  <a:pt x="2035221" y="2685709"/>
                </a:cubicBezTo>
                <a:cubicBezTo>
                  <a:pt x="2033977" y="2685709"/>
                  <a:pt x="2032733" y="2685709"/>
                  <a:pt x="2031489" y="2685709"/>
                </a:cubicBezTo>
                <a:cubicBezTo>
                  <a:pt x="2030245" y="2685709"/>
                  <a:pt x="2029001" y="2685709"/>
                  <a:pt x="2027757" y="2685709"/>
                </a:cubicBezTo>
                <a:cubicBezTo>
                  <a:pt x="2025269" y="2685709"/>
                  <a:pt x="2023403" y="2685709"/>
                  <a:pt x="2020915" y="2685709"/>
                </a:cubicBezTo>
                <a:cubicBezTo>
                  <a:pt x="2019049" y="2685709"/>
                  <a:pt x="2017183" y="2685709"/>
                  <a:pt x="2015939" y="2685709"/>
                </a:cubicBezTo>
                <a:cubicBezTo>
                  <a:pt x="2012829" y="2685709"/>
                  <a:pt x="2010963" y="2685709"/>
                  <a:pt x="2010963" y="2685709"/>
                </a:cubicBezTo>
                <a:cubicBezTo>
                  <a:pt x="2010963" y="2685709"/>
                  <a:pt x="2012207" y="2684465"/>
                  <a:pt x="2014695" y="2683221"/>
                </a:cubicBezTo>
                <a:cubicBezTo>
                  <a:pt x="2015939" y="2682599"/>
                  <a:pt x="2017805" y="2681355"/>
                  <a:pt x="2019671" y="2680733"/>
                </a:cubicBezTo>
                <a:cubicBezTo>
                  <a:pt x="2021537" y="2679489"/>
                  <a:pt x="2024025" y="2678867"/>
                  <a:pt x="2026513" y="2678245"/>
                </a:cubicBezTo>
                <a:cubicBezTo>
                  <a:pt x="2029001" y="2677623"/>
                  <a:pt x="2032111" y="2677001"/>
                  <a:pt x="2035221" y="2676379"/>
                </a:cubicBezTo>
                <a:cubicBezTo>
                  <a:pt x="2038331" y="2676379"/>
                  <a:pt x="2041441" y="2676379"/>
                  <a:pt x="2045173" y="2676379"/>
                </a:cubicBezTo>
                <a:cubicBezTo>
                  <a:pt x="2047039" y="2676379"/>
                  <a:pt x="2048905" y="2676379"/>
                  <a:pt x="2050772" y="2677623"/>
                </a:cubicBezTo>
                <a:cubicBezTo>
                  <a:pt x="2052637" y="2677623"/>
                  <a:pt x="2054503" y="2678867"/>
                  <a:pt x="2056370" y="2679489"/>
                </a:cubicBezTo>
                <a:cubicBezTo>
                  <a:pt x="2060102" y="2680733"/>
                  <a:pt x="2063212" y="2683221"/>
                  <a:pt x="2066322" y="2685087"/>
                </a:cubicBezTo>
                <a:cubicBezTo>
                  <a:pt x="2072542" y="2690063"/>
                  <a:pt x="2076274" y="2696284"/>
                  <a:pt x="2079384" y="2702504"/>
                </a:cubicBezTo>
                <a:cubicBezTo>
                  <a:pt x="2081872" y="2708724"/>
                  <a:pt x="2083738" y="2714944"/>
                  <a:pt x="2084360" y="2719920"/>
                </a:cubicBezTo>
                <a:cubicBezTo>
                  <a:pt x="2084360" y="2724896"/>
                  <a:pt x="2084360" y="2729250"/>
                  <a:pt x="2084360" y="2732360"/>
                </a:cubicBezTo>
                <a:close/>
                <a:moveTo>
                  <a:pt x="3503168" y="2719298"/>
                </a:moveTo>
                <a:cubicBezTo>
                  <a:pt x="3503168" y="2714322"/>
                  <a:pt x="3505034" y="2708102"/>
                  <a:pt x="3508144" y="2701882"/>
                </a:cubicBezTo>
                <a:cubicBezTo>
                  <a:pt x="3510632" y="2695662"/>
                  <a:pt x="3514986" y="2689442"/>
                  <a:pt x="3521206" y="2684465"/>
                </a:cubicBezTo>
                <a:cubicBezTo>
                  <a:pt x="3524316" y="2681977"/>
                  <a:pt x="3527426" y="2680111"/>
                  <a:pt x="3531158" y="2678867"/>
                </a:cubicBezTo>
                <a:cubicBezTo>
                  <a:pt x="3533024" y="2678245"/>
                  <a:pt x="3534891" y="2677623"/>
                  <a:pt x="3536757" y="2677001"/>
                </a:cubicBezTo>
                <a:cubicBezTo>
                  <a:pt x="3538623" y="2677001"/>
                  <a:pt x="3540489" y="2676379"/>
                  <a:pt x="3542355" y="2675757"/>
                </a:cubicBezTo>
                <a:cubicBezTo>
                  <a:pt x="3546087" y="2675757"/>
                  <a:pt x="3549197" y="2675757"/>
                  <a:pt x="3552307" y="2675757"/>
                </a:cubicBezTo>
                <a:cubicBezTo>
                  <a:pt x="3555417" y="2675757"/>
                  <a:pt x="3558527" y="2677001"/>
                  <a:pt x="3561015" y="2677623"/>
                </a:cubicBezTo>
                <a:cubicBezTo>
                  <a:pt x="3563503" y="2678245"/>
                  <a:pt x="3565991" y="2679489"/>
                  <a:pt x="3567857" y="2680111"/>
                </a:cubicBezTo>
                <a:cubicBezTo>
                  <a:pt x="3569723" y="2680733"/>
                  <a:pt x="3571589" y="2681977"/>
                  <a:pt x="3572833" y="2682599"/>
                </a:cubicBezTo>
                <a:cubicBezTo>
                  <a:pt x="3575321" y="2684465"/>
                  <a:pt x="3576565" y="2685087"/>
                  <a:pt x="3576565" y="2685087"/>
                </a:cubicBezTo>
                <a:cubicBezTo>
                  <a:pt x="3576565" y="2685087"/>
                  <a:pt x="3574699" y="2685087"/>
                  <a:pt x="3571589" y="2685087"/>
                </a:cubicBezTo>
                <a:cubicBezTo>
                  <a:pt x="3570345" y="2685087"/>
                  <a:pt x="3568479" y="2685087"/>
                  <a:pt x="3566613" y="2685087"/>
                </a:cubicBezTo>
                <a:cubicBezTo>
                  <a:pt x="3564747" y="2685087"/>
                  <a:pt x="3562259" y="2685087"/>
                  <a:pt x="3559771" y="2685087"/>
                </a:cubicBezTo>
                <a:cubicBezTo>
                  <a:pt x="3558527" y="2685087"/>
                  <a:pt x="3557283" y="2685087"/>
                  <a:pt x="3556039" y="2685087"/>
                </a:cubicBezTo>
                <a:cubicBezTo>
                  <a:pt x="3554795" y="2685087"/>
                  <a:pt x="3553551" y="2685087"/>
                  <a:pt x="3552307" y="2685087"/>
                </a:cubicBezTo>
                <a:cubicBezTo>
                  <a:pt x="3549819" y="2685087"/>
                  <a:pt x="3547331" y="2685709"/>
                  <a:pt x="3544843" y="2686953"/>
                </a:cubicBezTo>
                <a:cubicBezTo>
                  <a:pt x="3542355" y="2687575"/>
                  <a:pt x="3539867" y="2688819"/>
                  <a:pt x="3537379" y="2690063"/>
                </a:cubicBezTo>
                <a:cubicBezTo>
                  <a:pt x="3534891" y="2691307"/>
                  <a:pt x="3532403" y="2692552"/>
                  <a:pt x="3530536" y="2694417"/>
                </a:cubicBezTo>
                <a:cubicBezTo>
                  <a:pt x="3521828" y="2701260"/>
                  <a:pt x="3516230" y="2712456"/>
                  <a:pt x="3511876" y="2721164"/>
                </a:cubicBezTo>
                <a:cubicBezTo>
                  <a:pt x="3510010" y="2725518"/>
                  <a:pt x="3508144" y="2729250"/>
                  <a:pt x="3506900" y="2731738"/>
                </a:cubicBezTo>
                <a:cubicBezTo>
                  <a:pt x="3505656" y="2734226"/>
                  <a:pt x="3505034" y="2736092"/>
                  <a:pt x="3505034" y="2736092"/>
                </a:cubicBezTo>
                <a:cubicBezTo>
                  <a:pt x="3505034" y="2736092"/>
                  <a:pt x="3505034" y="2734226"/>
                  <a:pt x="3504412" y="2731116"/>
                </a:cubicBezTo>
                <a:cubicBezTo>
                  <a:pt x="3504412" y="2728006"/>
                  <a:pt x="3504412" y="2723652"/>
                  <a:pt x="3504412" y="2718676"/>
                </a:cubicBezTo>
                <a:close/>
                <a:moveTo>
                  <a:pt x="3561637" y="1057284"/>
                </a:moveTo>
                <a:cubicBezTo>
                  <a:pt x="3583407" y="1029915"/>
                  <a:pt x="3607044" y="1000680"/>
                  <a:pt x="3633790" y="970202"/>
                </a:cubicBezTo>
                <a:cubicBezTo>
                  <a:pt x="3669867" y="927905"/>
                  <a:pt x="3710920" y="870680"/>
                  <a:pt x="3753838" y="805991"/>
                </a:cubicBezTo>
                <a:cubicBezTo>
                  <a:pt x="3830968" y="825895"/>
                  <a:pt x="3916183" y="850776"/>
                  <a:pt x="4000155" y="880632"/>
                </a:cubicBezTo>
                <a:cubicBezTo>
                  <a:pt x="3967810" y="954652"/>
                  <a:pt x="3928002" y="1042355"/>
                  <a:pt x="3888193" y="1124461"/>
                </a:cubicBezTo>
                <a:cubicBezTo>
                  <a:pt x="3778719" y="1096470"/>
                  <a:pt x="3664269" y="1074078"/>
                  <a:pt x="3562259" y="1057284"/>
                </a:cubicBezTo>
                <a:close/>
                <a:moveTo>
                  <a:pt x="4034988" y="1469677"/>
                </a:moveTo>
                <a:cubicBezTo>
                  <a:pt x="3954126" y="1433600"/>
                  <a:pt x="3862069" y="1401878"/>
                  <a:pt x="3760059" y="1374509"/>
                </a:cubicBezTo>
                <a:cubicBezTo>
                  <a:pt x="3791159" y="1327858"/>
                  <a:pt x="3840298" y="1233313"/>
                  <a:pt x="3890681" y="1129437"/>
                </a:cubicBezTo>
                <a:cubicBezTo>
                  <a:pt x="4005131" y="1158671"/>
                  <a:pt x="4113983" y="1194748"/>
                  <a:pt x="4195467" y="1238289"/>
                </a:cubicBezTo>
                <a:cubicBezTo>
                  <a:pt x="4153792" y="1342787"/>
                  <a:pt x="4107141" y="1451017"/>
                  <a:pt x="4087859" y="1494558"/>
                </a:cubicBezTo>
                <a:cubicBezTo>
                  <a:pt x="4071064" y="1485849"/>
                  <a:pt x="4053648" y="1477763"/>
                  <a:pt x="4035609" y="1469677"/>
                </a:cubicBezTo>
                <a:close/>
                <a:moveTo>
                  <a:pt x="4638961" y="1652549"/>
                </a:moveTo>
                <a:cubicBezTo>
                  <a:pt x="4625277" y="1674941"/>
                  <a:pt x="4610348" y="1700443"/>
                  <a:pt x="4595420" y="1728434"/>
                </a:cubicBezTo>
                <a:cubicBezTo>
                  <a:pt x="4553123" y="1697955"/>
                  <a:pt x="4538817" y="1671209"/>
                  <a:pt x="4533841" y="1655659"/>
                </a:cubicBezTo>
                <a:cubicBezTo>
                  <a:pt x="4574894" y="1577907"/>
                  <a:pt x="4609104" y="1493936"/>
                  <a:pt x="4637717" y="1416806"/>
                </a:cubicBezTo>
                <a:cubicBezTo>
                  <a:pt x="4652023" y="1446041"/>
                  <a:pt x="4677525" y="1473409"/>
                  <a:pt x="4709248" y="1498290"/>
                </a:cubicBezTo>
                <a:cubicBezTo>
                  <a:pt x="4711736" y="1500156"/>
                  <a:pt x="4714846" y="1502644"/>
                  <a:pt x="4717956" y="1504510"/>
                </a:cubicBezTo>
                <a:cubicBezTo>
                  <a:pt x="4691832" y="1559869"/>
                  <a:pt x="4664463" y="1612118"/>
                  <a:pt x="4638961" y="1652549"/>
                </a:cubicBezTo>
                <a:close/>
                <a:moveTo>
                  <a:pt x="4641449" y="1393170"/>
                </a:moveTo>
                <a:cubicBezTo>
                  <a:pt x="4632119" y="1369533"/>
                  <a:pt x="4589822" y="1273122"/>
                  <a:pt x="4485324" y="1165514"/>
                </a:cubicBezTo>
                <a:cubicBezTo>
                  <a:pt x="4487190" y="1160538"/>
                  <a:pt x="4489056" y="1155561"/>
                  <a:pt x="4490922" y="1150585"/>
                </a:cubicBezTo>
                <a:cubicBezTo>
                  <a:pt x="4509582" y="1102690"/>
                  <a:pt x="4533219" y="1049819"/>
                  <a:pt x="4558099" y="995082"/>
                </a:cubicBezTo>
                <a:cubicBezTo>
                  <a:pt x="4688100" y="1175466"/>
                  <a:pt x="4692454" y="1237045"/>
                  <a:pt x="4692454" y="1241399"/>
                </a:cubicBezTo>
                <a:cubicBezTo>
                  <a:pt x="4679392" y="1283074"/>
                  <a:pt x="4662597" y="1335945"/>
                  <a:pt x="4641449" y="1393792"/>
                </a:cubicBezTo>
                <a:close/>
                <a:moveTo>
                  <a:pt x="4556233" y="1600922"/>
                </a:moveTo>
                <a:cubicBezTo>
                  <a:pt x="4548769" y="1617094"/>
                  <a:pt x="4540683" y="1632644"/>
                  <a:pt x="4532597" y="1648194"/>
                </a:cubicBezTo>
                <a:lnTo>
                  <a:pt x="4529487" y="1654414"/>
                </a:lnTo>
                <a:cubicBezTo>
                  <a:pt x="4496520" y="1716616"/>
                  <a:pt x="4459821" y="1773841"/>
                  <a:pt x="4419391" y="1820491"/>
                </a:cubicBezTo>
                <a:cubicBezTo>
                  <a:pt x="4416903" y="1791879"/>
                  <a:pt x="4400108" y="1757046"/>
                  <a:pt x="4367142" y="1712884"/>
                </a:cubicBezTo>
                <a:cubicBezTo>
                  <a:pt x="4362788" y="1706663"/>
                  <a:pt x="4357811" y="1700443"/>
                  <a:pt x="4352836" y="1694223"/>
                </a:cubicBezTo>
                <a:cubicBezTo>
                  <a:pt x="4407573" y="1607142"/>
                  <a:pt x="4417525" y="1525036"/>
                  <a:pt x="4428721" y="1431112"/>
                </a:cubicBezTo>
                <a:cubicBezTo>
                  <a:pt x="4430587" y="1417428"/>
                  <a:pt x="4431831" y="1403122"/>
                  <a:pt x="4433697" y="1388816"/>
                </a:cubicBezTo>
                <a:cubicBezTo>
                  <a:pt x="4537573" y="1460347"/>
                  <a:pt x="4558721" y="1498912"/>
                  <a:pt x="4556855" y="1600922"/>
                </a:cubicBezTo>
                <a:close/>
                <a:moveTo>
                  <a:pt x="4429343" y="1381352"/>
                </a:moveTo>
                <a:cubicBezTo>
                  <a:pt x="4396999" y="1359581"/>
                  <a:pt x="4357811" y="1334079"/>
                  <a:pt x="4308673" y="1303600"/>
                </a:cubicBezTo>
                <a:cubicBezTo>
                  <a:pt x="4286281" y="1289294"/>
                  <a:pt x="4262022" y="1274366"/>
                  <a:pt x="4235897" y="1257571"/>
                </a:cubicBezTo>
                <a:cubicBezTo>
                  <a:pt x="4224701" y="1250729"/>
                  <a:pt x="4212883" y="1243265"/>
                  <a:pt x="4200443" y="1236423"/>
                </a:cubicBezTo>
                <a:cubicBezTo>
                  <a:pt x="4230299" y="1161781"/>
                  <a:pt x="4257046" y="1089628"/>
                  <a:pt x="4269486" y="1043599"/>
                </a:cubicBezTo>
                <a:cubicBezTo>
                  <a:pt x="4271974" y="1033647"/>
                  <a:pt x="4276328" y="1022451"/>
                  <a:pt x="4281304" y="1009389"/>
                </a:cubicBezTo>
                <a:cubicBezTo>
                  <a:pt x="4364654" y="1059772"/>
                  <a:pt x="4429965" y="1114509"/>
                  <a:pt x="4480348" y="1166758"/>
                </a:cubicBezTo>
                <a:cubicBezTo>
                  <a:pt x="4450492" y="1246997"/>
                  <a:pt x="4438051" y="1317906"/>
                  <a:pt x="4429343" y="1381974"/>
                </a:cubicBezTo>
                <a:close/>
                <a:moveTo>
                  <a:pt x="4255802" y="1724080"/>
                </a:moveTo>
                <a:cubicBezTo>
                  <a:pt x="4265754" y="1707285"/>
                  <a:pt x="4275084" y="1692357"/>
                  <a:pt x="4281926" y="1682405"/>
                </a:cubicBezTo>
                <a:cubicBezTo>
                  <a:pt x="4299964" y="1700443"/>
                  <a:pt x="4316759" y="1719726"/>
                  <a:pt x="4331687" y="1739630"/>
                </a:cubicBezTo>
                <a:cubicBezTo>
                  <a:pt x="4332309" y="1740874"/>
                  <a:pt x="4333553" y="1742118"/>
                  <a:pt x="4334175" y="1743362"/>
                </a:cubicBezTo>
                <a:cubicBezTo>
                  <a:pt x="4320491" y="1743362"/>
                  <a:pt x="4296233" y="1740252"/>
                  <a:pt x="4255802" y="1724702"/>
                </a:cubicBezTo>
                <a:close/>
                <a:moveTo>
                  <a:pt x="4327333" y="1901975"/>
                </a:moveTo>
                <a:cubicBezTo>
                  <a:pt x="4323601" y="1913793"/>
                  <a:pt x="4317381" y="1928721"/>
                  <a:pt x="4309917" y="1945516"/>
                </a:cubicBezTo>
                <a:cubicBezTo>
                  <a:pt x="4283170" y="1929966"/>
                  <a:pt x="4260778" y="1915037"/>
                  <a:pt x="4243362" y="1902597"/>
                </a:cubicBezTo>
                <a:cubicBezTo>
                  <a:pt x="4273840" y="1904463"/>
                  <a:pt x="4302453" y="1904463"/>
                  <a:pt x="4327333" y="1901975"/>
                </a:cubicBezTo>
                <a:close/>
                <a:moveTo>
                  <a:pt x="4278816" y="1002547"/>
                </a:moveTo>
                <a:cubicBezTo>
                  <a:pt x="4269486" y="996948"/>
                  <a:pt x="4259534" y="991350"/>
                  <a:pt x="4249582" y="985752"/>
                </a:cubicBezTo>
                <a:cubicBezTo>
                  <a:pt x="4175562" y="944078"/>
                  <a:pt x="4090968" y="908623"/>
                  <a:pt x="4005753" y="877522"/>
                </a:cubicBezTo>
                <a:cubicBezTo>
                  <a:pt x="4026280" y="830249"/>
                  <a:pt x="4043696" y="788575"/>
                  <a:pt x="4054892" y="758096"/>
                </a:cubicBezTo>
                <a:cubicBezTo>
                  <a:pt x="4064844" y="731350"/>
                  <a:pt x="4081639" y="697139"/>
                  <a:pt x="4102787" y="659196"/>
                </a:cubicBezTo>
                <a:cubicBezTo>
                  <a:pt x="4203553" y="700249"/>
                  <a:pt x="4303075" y="748766"/>
                  <a:pt x="4381448" y="804747"/>
                </a:cubicBezTo>
                <a:cubicBezTo>
                  <a:pt x="4337907" y="881876"/>
                  <a:pt x="4299964" y="952164"/>
                  <a:pt x="4278816" y="1001925"/>
                </a:cubicBezTo>
                <a:close/>
                <a:moveTo>
                  <a:pt x="4085371" y="1543697"/>
                </a:moveTo>
                <a:cubicBezTo>
                  <a:pt x="4105275" y="1554271"/>
                  <a:pt x="4124557" y="1564845"/>
                  <a:pt x="4143218" y="1576663"/>
                </a:cubicBezTo>
                <a:cubicBezTo>
                  <a:pt x="4131399" y="1595323"/>
                  <a:pt x="4113361" y="1625802"/>
                  <a:pt x="4095945" y="1661879"/>
                </a:cubicBezTo>
                <a:cubicBezTo>
                  <a:pt x="4049916" y="1653792"/>
                  <a:pt x="4013217" y="1662501"/>
                  <a:pt x="3987715" y="1673697"/>
                </a:cubicBezTo>
                <a:cubicBezTo>
                  <a:pt x="4021926" y="1620204"/>
                  <a:pt x="4064844" y="1567333"/>
                  <a:pt x="4085371" y="1543697"/>
                </a:cubicBezTo>
                <a:close/>
                <a:moveTo>
                  <a:pt x="4060490" y="2009583"/>
                </a:moveTo>
                <a:cubicBezTo>
                  <a:pt x="4060490" y="2009583"/>
                  <a:pt x="4060490" y="2009583"/>
                  <a:pt x="4060490" y="2009583"/>
                </a:cubicBezTo>
                <a:cubicBezTo>
                  <a:pt x="3987093" y="1946138"/>
                  <a:pt x="3964078" y="1913793"/>
                  <a:pt x="3957236" y="1898865"/>
                </a:cubicBezTo>
                <a:lnTo>
                  <a:pt x="3957236" y="1898865"/>
                </a:lnTo>
                <a:cubicBezTo>
                  <a:pt x="3957236" y="1898865"/>
                  <a:pt x="3955992" y="1896377"/>
                  <a:pt x="3954748" y="1892645"/>
                </a:cubicBezTo>
                <a:cubicBezTo>
                  <a:pt x="3954126" y="1890157"/>
                  <a:pt x="3954126" y="1888913"/>
                  <a:pt x="3954748" y="1888291"/>
                </a:cubicBezTo>
                <a:cubicBezTo>
                  <a:pt x="3955992" y="1887047"/>
                  <a:pt x="3965322" y="1880205"/>
                  <a:pt x="4008241" y="1880827"/>
                </a:cubicBezTo>
                <a:cubicBezTo>
                  <a:pt x="4041208" y="1881449"/>
                  <a:pt x="4082260" y="1886425"/>
                  <a:pt x="4126423" y="1891401"/>
                </a:cubicBezTo>
                <a:cubicBezTo>
                  <a:pt x="4101543" y="1929966"/>
                  <a:pt x="4074797" y="1982837"/>
                  <a:pt x="4061734" y="2010205"/>
                </a:cubicBezTo>
                <a:close/>
                <a:moveTo>
                  <a:pt x="4134510" y="1847860"/>
                </a:moveTo>
                <a:cubicBezTo>
                  <a:pt x="4107141" y="1844750"/>
                  <a:pt x="4081017" y="1841640"/>
                  <a:pt x="4057380" y="1839152"/>
                </a:cubicBezTo>
                <a:cubicBezTo>
                  <a:pt x="4052404" y="1782549"/>
                  <a:pt x="4074174" y="1718482"/>
                  <a:pt x="4098433" y="1666233"/>
                </a:cubicBezTo>
                <a:cubicBezTo>
                  <a:pt x="4118959" y="1669965"/>
                  <a:pt x="4141973" y="1677429"/>
                  <a:pt x="4166232" y="1689247"/>
                </a:cubicBezTo>
                <a:cubicBezTo>
                  <a:pt x="4199199" y="1705419"/>
                  <a:pt x="4225945" y="1717238"/>
                  <a:pt x="4248960" y="1725946"/>
                </a:cubicBezTo>
                <a:cubicBezTo>
                  <a:pt x="4228434" y="1762644"/>
                  <a:pt x="4207285" y="1809917"/>
                  <a:pt x="4202309" y="1855324"/>
                </a:cubicBezTo>
                <a:cubicBezTo>
                  <a:pt x="4179294" y="1852836"/>
                  <a:pt x="4156280" y="1850348"/>
                  <a:pt x="4134510" y="1847860"/>
                </a:cubicBezTo>
                <a:close/>
                <a:moveTo>
                  <a:pt x="4457334" y="2014559"/>
                </a:moveTo>
                <a:cubicBezTo>
                  <a:pt x="4420635" y="2093554"/>
                  <a:pt x="4388290" y="2163842"/>
                  <a:pt x="4367764" y="2199919"/>
                </a:cubicBezTo>
                <a:cubicBezTo>
                  <a:pt x="4321113" y="2182502"/>
                  <a:pt x="4271352" y="2158866"/>
                  <a:pt x="4217237" y="2125899"/>
                </a:cubicBezTo>
                <a:cubicBezTo>
                  <a:pt x="4235897" y="2094798"/>
                  <a:pt x="4283170" y="2013937"/>
                  <a:pt x="4311783" y="1951736"/>
                </a:cubicBezTo>
                <a:cubicBezTo>
                  <a:pt x="4353457" y="1975372"/>
                  <a:pt x="4403841" y="1999009"/>
                  <a:pt x="4457955" y="2013315"/>
                </a:cubicBezTo>
                <a:cubicBezTo>
                  <a:pt x="4457955" y="2013315"/>
                  <a:pt x="4457955" y="2013937"/>
                  <a:pt x="4457334" y="2014559"/>
                </a:cubicBezTo>
                <a:close/>
                <a:moveTo>
                  <a:pt x="4597286" y="1734654"/>
                </a:moveTo>
                <a:cubicBezTo>
                  <a:pt x="4617812" y="1748960"/>
                  <a:pt x="4643937" y="1764510"/>
                  <a:pt x="4678147" y="1780061"/>
                </a:cubicBezTo>
                <a:cubicBezTo>
                  <a:pt x="4697430" y="1788769"/>
                  <a:pt x="4717956" y="1796233"/>
                  <a:pt x="4738483" y="1803075"/>
                </a:cubicBezTo>
                <a:cubicBezTo>
                  <a:pt x="4690588" y="1877717"/>
                  <a:pt x="4643315" y="1961066"/>
                  <a:pt x="4602262" y="2035085"/>
                </a:cubicBezTo>
                <a:cubicBezTo>
                  <a:pt x="4553123" y="2029487"/>
                  <a:pt x="4505851" y="2020779"/>
                  <a:pt x="4464175" y="2010205"/>
                </a:cubicBezTo>
                <a:cubicBezTo>
                  <a:pt x="4504606" y="1921879"/>
                  <a:pt x="4552501" y="1818626"/>
                  <a:pt x="4597286" y="1734654"/>
                </a:cubicBezTo>
                <a:close/>
                <a:moveTo>
                  <a:pt x="4678770" y="2226043"/>
                </a:moveTo>
                <a:cubicBezTo>
                  <a:pt x="4651401" y="2232885"/>
                  <a:pt x="4617812" y="2238483"/>
                  <a:pt x="4579248" y="2239105"/>
                </a:cubicBezTo>
                <a:cubicBezTo>
                  <a:pt x="4556233" y="2239105"/>
                  <a:pt x="4530731" y="2238483"/>
                  <a:pt x="4502740" y="2234751"/>
                </a:cubicBezTo>
                <a:cubicBezTo>
                  <a:pt x="4518913" y="2202406"/>
                  <a:pt x="4556855" y="2127765"/>
                  <a:pt x="4604750" y="2040061"/>
                </a:cubicBezTo>
                <a:cubicBezTo>
                  <a:pt x="4666329" y="2046904"/>
                  <a:pt x="4730397" y="2048148"/>
                  <a:pt x="4790110" y="2040684"/>
                </a:cubicBezTo>
                <a:cubicBezTo>
                  <a:pt x="4739726" y="2127143"/>
                  <a:pt x="4699296" y="2193076"/>
                  <a:pt x="4678770" y="2226665"/>
                </a:cubicBezTo>
                <a:close/>
                <a:moveTo>
                  <a:pt x="4887765" y="2013315"/>
                </a:moveTo>
                <a:cubicBezTo>
                  <a:pt x="4860397" y="2023267"/>
                  <a:pt x="4829918" y="2030731"/>
                  <a:pt x="4798196" y="2035085"/>
                </a:cubicBezTo>
                <a:cubicBezTo>
                  <a:pt x="4821210" y="1995899"/>
                  <a:pt x="4845469" y="1952980"/>
                  <a:pt x="4871593" y="1906329"/>
                </a:cubicBezTo>
                <a:cubicBezTo>
                  <a:pt x="4884033" y="1883937"/>
                  <a:pt x="4899583" y="1859056"/>
                  <a:pt x="4916378" y="1832310"/>
                </a:cubicBezTo>
                <a:cubicBezTo>
                  <a:pt x="4957430" y="1834798"/>
                  <a:pt x="4992885" y="1833554"/>
                  <a:pt x="5016522" y="1832310"/>
                </a:cubicBezTo>
                <a:cubicBezTo>
                  <a:pt x="4968627" y="1896999"/>
                  <a:pt x="4925086" y="1959200"/>
                  <a:pt x="4887765" y="2013315"/>
                </a:cubicBezTo>
                <a:close/>
                <a:moveTo>
                  <a:pt x="4914512" y="1827956"/>
                </a:moveTo>
                <a:cubicBezTo>
                  <a:pt x="4863507" y="1824846"/>
                  <a:pt x="4803794" y="1817381"/>
                  <a:pt x="4745325" y="1799965"/>
                </a:cubicBezTo>
                <a:cubicBezTo>
                  <a:pt x="4765229" y="1769487"/>
                  <a:pt x="4784511" y="1740252"/>
                  <a:pt x="4803794" y="1713506"/>
                </a:cubicBezTo>
                <a:cubicBezTo>
                  <a:pt x="4831162" y="1675563"/>
                  <a:pt x="4857909" y="1636998"/>
                  <a:pt x="4883411" y="1598433"/>
                </a:cubicBezTo>
                <a:cubicBezTo>
                  <a:pt x="4899583" y="1605898"/>
                  <a:pt x="4914512" y="1612740"/>
                  <a:pt x="4928818" y="1619582"/>
                </a:cubicBezTo>
                <a:lnTo>
                  <a:pt x="4935038" y="1622692"/>
                </a:lnTo>
                <a:cubicBezTo>
                  <a:pt x="4966761" y="1636998"/>
                  <a:pt x="5002215" y="1645706"/>
                  <a:pt x="5037048" y="1650682"/>
                </a:cubicBezTo>
                <a:cubicBezTo>
                  <a:pt x="4992263" y="1711640"/>
                  <a:pt x="4949344" y="1773219"/>
                  <a:pt x="4913890" y="1827956"/>
                </a:cubicBezTo>
                <a:close/>
                <a:moveTo>
                  <a:pt x="5157096" y="1651304"/>
                </a:moveTo>
                <a:cubicBezTo>
                  <a:pt x="5130972" y="1652549"/>
                  <a:pt x="5089919" y="1652549"/>
                  <a:pt x="5045134" y="1646950"/>
                </a:cubicBezTo>
                <a:cubicBezTo>
                  <a:pt x="5084943" y="1592835"/>
                  <a:pt x="5125374" y="1538720"/>
                  <a:pt x="5162694" y="1490203"/>
                </a:cubicBezTo>
                <a:cubicBezTo>
                  <a:pt x="5219298" y="1495802"/>
                  <a:pt x="5266570" y="1495180"/>
                  <a:pt x="5295183" y="1493936"/>
                </a:cubicBezTo>
                <a:cubicBezTo>
                  <a:pt x="5249154" y="1541830"/>
                  <a:pt x="5202503" y="1595323"/>
                  <a:pt x="5157096" y="1651304"/>
                </a:cubicBezTo>
                <a:close/>
                <a:moveTo>
                  <a:pt x="5077479" y="1267523"/>
                </a:moveTo>
                <a:cubicBezTo>
                  <a:pt x="5122886" y="1284940"/>
                  <a:pt x="5171402" y="1300490"/>
                  <a:pt x="5223029" y="1314174"/>
                </a:cubicBezTo>
                <a:cubicBezTo>
                  <a:pt x="5243556" y="1319772"/>
                  <a:pt x="5264082" y="1324748"/>
                  <a:pt x="5283365" y="1329103"/>
                </a:cubicBezTo>
                <a:cubicBezTo>
                  <a:pt x="5259106" y="1359581"/>
                  <a:pt x="5213699" y="1416806"/>
                  <a:pt x="5160206" y="1485849"/>
                </a:cubicBezTo>
                <a:cubicBezTo>
                  <a:pt x="5104847" y="1480251"/>
                  <a:pt x="5041402" y="1469055"/>
                  <a:pt x="4978579" y="1447285"/>
                </a:cubicBezTo>
                <a:cubicBezTo>
                  <a:pt x="5023364" y="1372021"/>
                  <a:pt x="5058819" y="1307332"/>
                  <a:pt x="5077479" y="1267523"/>
                </a:cubicBezTo>
                <a:close/>
                <a:moveTo>
                  <a:pt x="4882167" y="1592835"/>
                </a:moveTo>
                <a:cubicBezTo>
                  <a:pt x="4829296" y="1567955"/>
                  <a:pt x="4770827" y="1537476"/>
                  <a:pt x="4722932" y="1502644"/>
                </a:cubicBezTo>
                <a:cubicBezTo>
                  <a:pt x="4747191" y="1451017"/>
                  <a:pt x="4771449" y="1396280"/>
                  <a:pt x="4792598" y="1345897"/>
                </a:cubicBezTo>
                <a:cubicBezTo>
                  <a:pt x="4808148" y="1357715"/>
                  <a:pt x="4825564" y="1370777"/>
                  <a:pt x="4845469" y="1385084"/>
                </a:cubicBezTo>
                <a:cubicBezTo>
                  <a:pt x="4885277" y="1413074"/>
                  <a:pt x="4928196" y="1434222"/>
                  <a:pt x="4972359" y="1449773"/>
                </a:cubicBezTo>
                <a:cubicBezTo>
                  <a:pt x="4944990" y="1495180"/>
                  <a:pt x="4914512" y="1544319"/>
                  <a:pt x="4882167" y="1593457"/>
                </a:cubicBezTo>
                <a:close/>
                <a:moveTo>
                  <a:pt x="4863507" y="1155561"/>
                </a:moveTo>
                <a:cubicBezTo>
                  <a:pt x="4851067" y="1189150"/>
                  <a:pt x="4824320" y="1258815"/>
                  <a:pt x="4790731" y="1338433"/>
                </a:cubicBezTo>
                <a:cubicBezTo>
                  <a:pt x="4720444" y="1282452"/>
                  <a:pt x="4701784" y="1250729"/>
                  <a:pt x="4698674" y="1233935"/>
                </a:cubicBezTo>
                <a:cubicBezTo>
                  <a:pt x="4700540" y="1228337"/>
                  <a:pt x="4702406" y="1222739"/>
                  <a:pt x="4703650" y="1217763"/>
                </a:cubicBezTo>
                <a:lnTo>
                  <a:pt x="4709870" y="1198480"/>
                </a:lnTo>
                <a:cubicBezTo>
                  <a:pt x="4732884" y="1126327"/>
                  <a:pt x="4752167" y="1087140"/>
                  <a:pt x="4763985" y="1067858"/>
                </a:cubicBezTo>
                <a:cubicBezTo>
                  <a:pt x="4792598" y="1098958"/>
                  <a:pt x="4825564" y="1128193"/>
                  <a:pt x="4863507" y="1154939"/>
                </a:cubicBezTo>
                <a:close/>
                <a:moveTo>
                  <a:pt x="4777047" y="554698"/>
                </a:moveTo>
                <a:cubicBezTo>
                  <a:pt x="4781402" y="562163"/>
                  <a:pt x="4785133" y="569005"/>
                  <a:pt x="4787622" y="574603"/>
                </a:cubicBezTo>
                <a:cubicBezTo>
                  <a:pt x="4865373" y="731972"/>
                  <a:pt x="4818100" y="898049"/>
                  <a:pt x="4783890" y="982642"/>
                </a:cubicBezTo>
                <a:cubicBezTo>
                  <a:pt x="4772693" y="940967"/>
                  <a:pt x="4745325" y="866326"/>
                  <a:pt x="4676281" y="750632"/>
                </a:cubicBezTo>
                <a:cubicBezTo>
                  <a:pt x="4720444" y="662928"/>
                  <a:pt x="4758387" y="590775"/>
                  <a:pt x="4777047" y="554698"/>
                </a:cubicBezTo>
                <a:close/>
                <a:moveTo>
                  <a:pt x="4670683" y="750632"/>
                </a:moveTo>
                <a:cubicBezTo>
                  <a:pt x="4633985" y="823407"/>
                  <a:pt x="4593554" y="906135"/>
                  <a:pt x="4556855" y="986374"/>
                </a:cubicBezTo>
                <a:cubicBezTo>
                  <a:pt x="4538195" y="960872"/>
                  <a:pt x="4517668" y="933503"/>
                  <a:pt x="4494032" y="903647"/>
                </a:cubicBezTo>
                <a:cubicBezTo>
                  <a:pt x="4466042" y="868192"/>
                  <a:pt x="4429343" y="835226"/>
                  <a:pt x="4386424" y="804125"/>
                </a:cubicBezTo>
                <a:cubicBezTo>
                  <a:pt x="4400730" y="779244"/>
                  <a:pt x="4415659" y="753120"/>
                  <a:pt x="4430587" y="726995"/>
                </a:cubicBezTo>
                <a:cubicBezTo>
                  <a:pt x="4460443" y="674125"/>
                  <a:pt x="4490922" y="620632"/>
                  <a:pt x="4518291" y="570249"/>
                </a:cubicBezTo>
                <a:cubicBezTo>
                  <a:pt x="4562453" y="603215"/>
                  <a:pt x="4599152" y="638670"/>
                  <a:pt x="4623411" y="675991"/>
                </a:cubicBezTo>
                <a:cubicBezTo>
                  <a:pt x="4640827" y="702737"/>
                  <a:pt x="4656377" y="726995"/>
                  <a:pt x="4670061" y="750632"/>
                </a:cubicBezTo>
                <a:close/>
                <a:moveTo>
                  <a:pt x="4366520" y="248047"/>
                </a:moveTo>
                <a:cubicBezTo>
                  <a:pt x="4436807" y="275415"/>
                  <a:pt x="4500874" y="307138"/>
                  <a:pt x="4558721" y="343836"/>
                </a:cubicBezTo>
                <a:cubicBezTo>
                  <a:pt x="4575515" y="354411"/>
                  <a:pt x="4591066" y="364985"/>
                  <a:pt x="4605372" y="375559"/>
                </a:cubicBezTo>
                <a:cubicBezTo>
                  <a:pt x="4593554" y="419100"/>
                  <a:pt x="4559344" y="486899"/>
                  <a:pt x="4517668" y="564029"/>
                </a:cubicBezTo>
                <a:cubicBezTo>
                  <a:pt x="4441161" y="508048"/>
                  <a:pt x="4344127" y="459531"/>
                  <a:pt x="4250204" y="420344"/>
                </a:cubicBezTo>
                <a:cubicBezTo>
                  <a:pt x="4302453" y="340726"/>
                  <a:pt x="4348482" y="273549"/>
                  <a:pt x="4366520" y="248047"/>
                </a:cubicBezTo>
                <a:close/>
                <a:moveTo>
                  <a:pt x="4100921" y="653598"/>
                </a:moveTo>
                <a:cubicBezTo>
                  <a:pt x="4054270" y="634938"/>
                  <a:pt x="4008863" y="618144"/>
                  <a:pt x="3965944" y="603837"/>
                </a:cubicBezTo>
                <a:cubicBezTo>
                  <a:pt x="3940442" y="595129"/>
                  <a:pt x="3914939" y="587043"/>
                  <a:pt x="3890681" y="579579"/>
                </a:cubicBezTo>
                <a:cubicBezTo>
                  <a:pt x="3938576" y="495607"/>
                  <a:pt x="3983983" y="412880"/>
                  <a:pt x="4021303" y="343214"/>
                </a:cubicBezTo>
                <a:cubicBezTo>
                  <a:pt x="4090347" y="364985"/>
                  <a:pt x="4167476" y="391731"/>
                  <a:pt x="4243362" y="422832"/>
                </a:cubicBezTo>
                <a:cubicBezTo>
                  <a:pt x="4194223" y="497473"/>
                  <a:pt x="4140730" y="582689"/>
                  <a:pt x="4100921" y="654220"/>
                </a:cubicBezTo>
                <a:close/>
                <a:moveTo>
                  <a:pt x="3906853" y="136085"/>
                </a:moveTo>
                <a:cubicBezTo>
                  <a:pt x="3970920" y="146659"/>
                  <a:pt x="4061734" y="165319"/>
                  <a:pt x="4104031" y="173405"/>
                </a:cubicBezTo>
                <a:cubicBezTo>
                  <a:pt x="4089102" y="203262"/>
                  <a:pt x="4058624" y="262353"/>
                  <a:pt x="4018815" y="336994"/>
                </a:cubicBezTo>
                <a:cubicBezTo>
                  <a:pt x="3924270" y="307760"/>
                  <a:pt x="3844652" y="287233"/>
                  <a:pt x="3804221" y="277281"/>
                </a:cubicBezTo>
                <a:lnTo>
                  <a:pt x="3906231" y="135463"/>
                </a:lnTo>
                <a:close/>
                <a:moveTo>
                  <a:pt x="3633790" y="514268"/>
                </a:moveTo>
                <a:cubicBezTo>
                  <a:pt x="3684795" y="526086"/>
                  <a:pt x="3777475" y="549100"/>
                  <a:pt x="3884461" y="582067"/>
                </a:cubicBezTo>
                <a:cubicBezTo>
                  <a:pt x="3841542" y="657330"/>
                  <a:pt x="3796135" y="733216"/>
                  <a:pt x="3751972" y="800393"/>
                </a:cubicBezTo>
                <a:cubicBezTo>
                  <a:pt x="3646853" y="773646"/>
                  <a:pt x="3521828" y="764938"/>
                  <a:pt x="3457139" y="758096"/>
                </a:cubicBezTo>
                <a:lnTo>
                  <a:pt x="3633790" y="513646"/>
                </a:lnTo>
                <a:close/>
                <a:moveTo>
                  <a:pt x="3266804" y="1021829"/>
                </a:moveTo>
                <a:cubicBezTo>
                  <a:pt x="3318430" y="1027427"/>
                  <a:pt x="3426039" y="1039867"/>
                  <a:pt x="3553551" y="1060394"/>
                </a:cubicBezTo>
                <a:cubicBezTo>
                  <a:pt x="3460871" y="1178576"/>
                  <a:pt x="3410488" y="1265035"/>
                  <a:pt x="3391206" y="1302356"/>
                </a:cubicBezTo>
                <a:cubicBezTo>
                  <a:pt x="3282976" y="1287428"/>
                  <a:pt x="3146755" y="1281830"/>
                  <a:pt x="3081444" y="1278720"/>
                </a:cubicBezTo>
                <a:lnTo>
                  <a:pt x="3266804" y="1021829"/>
                </a:lnTo>
                <a:close/>
                <a:moveTo>
                  <a:pt x="2882401" y="1577907"/>
                </a:moveTo>
                <a:cubicBezTo>
                  <a:pt x="2899195" y="1555515"/>
                  <a:pt x="2913501" y="1536232"/>
                  <a:pt x="2925319" y="1520060"/>
                </a:cubicBezTo>
                <a:cubicBezTo>
                  <a:pt x="2949578" y="1488337"/>
                  <a:pt x="2963262" y="1469677"/>
                  <a:pt x="2963262" y="1469677"/>
                </a:cubicBezTo>
                <a:cubicBezTo>
                  <a:pt x="2963262" y="1469677"/>
                  <a:pt x="2950200" y="1488337"/>
                  <a:pt x="2927807" y="1521304"/>
                </a:cubicBezTo>
                <a:cubicBezTo>
                  <a:pt x="2916611" y="1537476"/>
                  <a:pt x="2902305" y="1557381"/>
                  <a:pt x="2886755" y="1580395"/>
                </a:cubicBezTo>
                <a:cubicBezTo>
                  <a:pt x="2876181" y="1595323"/>
                  <a:pt x="2864362" y="1612118"/>
                  <a:pt x="2852544" y="1629534"/>
                </a:cubicBezTo>
                <a:lnTo>
                  <a:pt x="2848190" y="1623936"/>
                </a:lnTo>
                <a:cubicBezTo>
                  <a:pt x="2860630" y="1607142"/>
                  <a:pt x="2871826" y="1591591"/>
                  <a:pt x="2883023" y="1577285"/>
                </a:cubicBezTo>
                <a:close/>
                <a:moveTo>
                  <a:pt x="2129145" y="758718"/>
                </a:moveTo>
                <a:cubicBezTo>
                  <a:pt x="2064456" y="764938"/>
                  <a:pt x="1940053" y="773646"/>
                  <a:pt x="1834311" y="801015"/>
                </a:cubicBezTo>
                <a:cubicBezTo>
                  <a:pt x="1790149" y="733216"/>
                  <a:pt x="1744742" y="657952"/>
                  <a:pt x="1701823" y="582689"/>
                </a:cubicBezTo>
                <a:cubicBezTo>
                  <a:pt x="1808809" y="549722"/>
                  <a:pt x="1901489" y="526708"/>
                  <a:pt x="1952494" y="514890"/>
                </a:cubicBezTo>
                <a:lnTo>
                  <a:pt x="2129145" y="759340"/>
                </a:lnTo>
                <a:close/>
                <a:moveTo>
                  <a:pt x="1678809" y="136085"/>
                </a:moveTo>
                <a:lnTo>
                  <a:pt x="1780818" y="277903"/>
                </a:lnTo>
                <a:cubicBezTo>
                  <a:pt x="1740388" y="287855"/>
                  <a:pt x="1660770" y="307760"/>
                  <a:pt x="1566225" y="337616"/>
                </a:cubicBezTo>
                <a:cubicBezTo>
                  <a:pt x="1526416" y="262975"/>
                  <a:pt x="1495937" y="203884"/>
                  <a:pt x="1481009" y="174027"/>
                </a:cubicBezTo>
                <a:cubicBezTo>
                  <a:pt x="1523928" y="165319"/>
                  <a:pt x="1614741" y="147281"/>
                  <a:pt x="1678187" y="136707"/>
                </a:cubicBezTo>
                <a:close/>
                <a:moveTo>
                  <a:pt x="1564359" y="342592"/>
                </a:moveTo>
                <a:cubicBezTo>
                  <a:pt x="1601679" y="412880"/>
                  <a:pt x="1647086" y="495607"/>
                  <a:pt x="1694981" y="578957"/>
                </a:cubicBezTo>
                <a:cubicBezTo>
                  <a:pt x="1670101" y="586421"/>
                  <a:pt x="1645220" y="594507"/>
                  <a:pt x="1619718" y="603215"/>
                </a:cubicBezTo>
                <a:cubicBezTo>
                  <a:pt x="1577421" y="617522"/>
                  <a:pt x="1531392" y="634316"/>
                  <a:pt x="1484741" y="652976"/>
                </a:cubicBezTo>
                <a:cubicBezTo>
                  <a:pt x="1444932" y="581445"/>
                  <a:pt x="1391439" y="496229"/>
                  <a:pt x="1342301" y="421588"/>
                </a:cubicBezTo>
                <a:cubicBezTo>
                  <a:pt x="1418186" y="390487"/>
                  <a:pt x="1495315" y="363741"/>
                  <a:pt x="1564359" y="341970"/>
                </a:cubicBezTo>
                <a:close/>
                <a:moveTo>
                  <a:pt x="948567" y="1416184"/>
                </a:moveTo>
                <a:cubicBezTo>
                  <a:pt x="976558" y="1493314"/>
                  <a:pt x="1011390" y="1577285"/>
                  <a:pt x="1052443" y="1655036"/>
                </a:cubicBezTo>
                <a:cubicBezTo>
                  <a:pt x="1047467" y="1671209"/>
                  <a:pt x="1033161" y="1697333"/>
                  <a:pt x="990864" y="1727812"/>
                </a:cubicBezTo>
                <a:cubicBezTo>
                  <a:pt x="975936" y="1699821"/>
                  <a:pt x="961630" y="1674319"/>
                  <a:pt x="947323" y="1651926"/>
                </a:cubicBezTo>
                <a:cubicBezTo>
                  <a:pt x="921821" y="1611496"/>
                  <a:pt x="895074" y="1559247"/>
                  <a:pt x="868328" y="1503888"/>
                </a:cubicBezTo>
                <a:cubicBezTo>
                  <a:pt x="871438" y="1502022"/>
                  <a:pt x="873926" y="1499534"/>
                  <a:pt x="877036" y="1497668"/>
                </a:cubicBezTo>
                <a:cubicBezTo>
                  <a:pt x="908759" y="1472787"/>
                  <a:pt x="934261" y="1446041"/>
                  <a:pt x="948567" y="1416184"/>
                </a:cubicBezTo>
                <a:close/>
                <a:moveTo>
                  <a:pt x="893830" y="1240777"/>
                </a:moveTo>
                <a:cubicBezTo>
                  <a:pt x="893830" y="1236423"/>
                  <a:pt x="898184" y="1174844"/>
                  <a:pt x="1028185" y="994460"/>
                </a:cubicBezTo>
                <a:cubicBezTo>
                  <a:pt x="1053065" y="1049197"/>
                  <a:pt x="1076080" y="1102068"/>
                  <a:pt x="1095362" y="1149963"/>
                </a:cubicBezTo>
                <a:cubicBezTo>
                  <a:pt x="1097228" y="1154939"/>
                  <a:pt x="1099094" y="1159915"/>
                  <a:pt x="1100960" y="1164892"/>
                </a:cubicBezTo>
                <a:cubicBezTo>
                  <a:pt x="996462" y="1272500"/>
                  <a:pt x="954165" y="1368911"/>
                  <a:pt x="944835" y="1392548"/>
                </a:cubicBezTo>
                <a:cubicBezTo>
                  <a:pt x="924309" y="1334701"/>
                  <a:pt x="906893" y="1281830"/>
                  <a:pt x="893830" y="1240155"/>
                </a:cubicBezTo>
                <a:close/>
                <a:moveTo>
                  <a:pt x="908137" y="1780061"/>
                </a:moveTo>
                <a:cubicBezTo>
                  <a:pt x="942347" y="1764510"/>
                  <a:pt x="968472" y="1748960"/>
                  <a:pt x="988998" y="1734654"/>
                </a:cubicBezTo>
                <a:cubicBezTo>
                  <a:pt x="1033783" y="1818626"/>
                  <a:pt x="1081056" y="1921879"/>
                  <a:pt x="1122109" y="2010205"/>
                </a:cubicBezTo>
                <a:cubicBezTo>
                  <a:pt x="1080434" y="2020779"/>
                  <a:pt x="1033161" y="2029487"/>
                  <a:pt x="984022" y="2035085"/>
                </a:cubicBezTo>
                <a:cubicBezTo>
                  <a:pt x="943591" y="1961066"/>
                  <a:pt x="895696" y="1877717"/>
                  <a:pt x="847801" y="1803075"/>
                </a:cubicBezTo>
                <a:cubicBezTo>
                  <a:pt x="868328" y="1796855"/>
                  <a:pt x="888854" y="1789391"/>
                  <a:pt x="908137" y="1780061"/>
                </a:cubicBezTo>
                <a:close/>
                <a:moveTo>
                  <a:pt x="1056797" y="1655036"/>
                </a:moveTo>
                <a:lnTo>
                  <a:pt x="1053687" y="1648816"/>
                </a:lnTo>
                <a:cubicBezTo>
                  <a:pt x="1045601" y="1633266"/>
                  <a:pt x="1037515" y="1617094"/>
                  <a:pt x="1030051" y="1601543"/>
                </a:cubicBezTo>
                <a:cubicBezTo>
                  <a:pt x="1027563" y="1499534"/>
                  <a:pt x="1049333" y="1460969"/>
                  <a:pt x="1153209" y="1389438"/>
                </a:cubicBezTo>
                <a:cubicBezTo>
                  <a:pt x="1155075" y="1403744"/>
                  <a:pt x="1156941" y="1418050"/>
                  <a:pt x="1158185" y="1431734"/>
                </a:cubicBezTo>
                <a:cubicBezTo>
                  <a:pt x="1169381" y="1525658"/>
                  <a:pt x="1179333" y="1607764"/>
                  <a:pt x="1233449" y="1694845"/>
                </a:cubicBezTo>
                <a:cubicBezTo>
                  <a:pt x="1228472" y="1701065"/>
                  <a:pt x="1223496" y="1707285"/>
                  <a:pt x="1219142" y="1713506"/>
                </a:cubicBezTo>
                <a:cubicBezTo>
                  <a:pt x="1186176" y="1757668"/>
                  <a:pt x="1169381" y="1792501"/>
                  <a:pt x="1166893" y="1821114"/>
                </a:cubicBezTo>
                <a:cubicBezTo>
                  <a:pt x="1126463" y="1775085"/>
                  <a:pt x="1089764" y="1717238"/>
                  <a:pt x="1056797" y="1655036"/>
                </a:cubicBezTo>
                <a:close/>
                <a:moveTo>
                  <a:pt x="1276989" y="1303600"/>
                </a:moveTo>
                <a:cubicBezTo>
                  <a:pt x="1228472" y="1334701"/>
                  <a:pt x="1188664" y="1359581"/>
                  <a:pt x="1156319" y="1381352"/>
                </a:cubicBezTo>
                <a:cubicBezTo>
                  <a:pt x="1147611" y="1317284"/>
                  <a:pt x="1135171" y="1246997"/>
                  <a:pt x="1105314" y="1166136"/>
                </a:cubicBezTo>
                <a:cubicBezTo>
                  <a:pt x="1156319" y="1113887"/>
                  <a:pt x="1221630" y="1059150"/>
                  <a:pt x="1304358" y="1008767"/>
                </a:cubicBezTo>
                <a:cubicBezTo>
                  <a:pt x="1309956" y="1021829"/>
                  <a:pt x="1313688" y="1033025"/>
                  <a:pt x="1316176" y="1042977"/>
                </a:cubicBezTo>
                <a:cubicBezTo>
                  <a:pt x="1328616" y="1089006"/>
                  <a:pt x="1355363" y="1161781"/>
                  <a:pt x="1385219" y="1235801"/>
                </a:cubicBezTo>
                <a:cubicBezTo>
                  <a:pt x="1372779" y="1242643"/>
                  <a:pt x="1360961" y="1249485"/>
                  <a:pt x="1349765" y="1256949"/>
                </a:cubicBezTo>
                <a:cubicBezTo>
                  <a:pt x="1323640" y="1273744"/>
                  <a:pt x="1299382" y="1289294"/>
                  <a:pt x="1276989" y="1302978"/>
                </a:cubicBezTo>
                <a:close/>
                <a:moveTo>
                  <a:pt x="1330482" y="1724080"/>
                </a:moveTo>
                <a:cubicBezTo>
                  <a:pt x="1290052" y="1739630"/>
                  <a:pt x="1265793" y="1743362"/>
                  <a:pt x="1252109" y="1742740"/>
                </a:cubicBezTo>
                <a:cubicBezTo>
                  <a:pt x="1252731" y="1741496"/>
                  <a:pt x="1253975" y="1740252"/>
                  <a:pt x="1254597" y="1739008"/>
                </a:cubicBezTo>
                <a:cubicBezTo>
                  <a:pt x="1269525" y="1719104"/>
                  <a:pt x="1286320" y="1699821"/>
                  <a:pt x="1304358" y="1681783"/>
                </a:cubicBezTo>
                <a:cubicBezTo>
                  <a:pt x="1311200" y="1691735"/>
                  <a:pt x="1320530" y="1706663"/>
                  <a:pt x="1330482" y="1723458"/>
                </a:cubicBezTo>
                <a:close/>
                <a:moveTo>
                  <a:pt x="1336080" y="985752"/>
                </a:moveTo>
                <a:cubicBezTo>
                  <a:pt x="1326128" y="991350"/>
                  <a:pt x="1316176" y="996948"/>
                  <a:pt x="1306846" y="1002547"/>
                </a:cubicBezTo>
                <a:cubicBezTo>
                  <a:pt x="1285697" y="952164"/>
                  <a:pt x="1247755" y="882498"/>
                  <a:pt x="1204214" y="805369"/>
                </a:cubicBezTo>
                <a:cubicBezTo>
                  <a:pt x="1282587" y="749388"/>
                  <a:pt x="1382109" y="700871"/>
                  <a:pt x="1482875" y="659818"/>
                </a:cubicBezTo>
                <a:cubicBezTo>
                  <a:pt x="1504023" y="697761"/>
                  <a:pt x="1520818" y="731972"/>
                  <a:pt x="1530770" y="758718"/>
                </a:cubicBezTo>
                <a:cubicBezTo>
                  <a:pt x="1541966" y="789197"/>
                  <a:pt x="1559382" y="830871"/>
                  <a:pt x="1579909" y="878144"/>
                </a:cubicBezTo>
                <a:cubicBezTo>
                  <a:pt x="1494693" y="908623"/>
                  <a:pt x="1410100" y="944699"/>
                  <a:pt x="1336080" y="986374"/>
                </a:cubicBezTo>
                <a:close/>
                <a:moveTo>
                  <a:pt x="1027563" y="343214"/>
                </a:moveTo>
                <a:cubicBezTo>
                  <a:pt x="1085410" y="306516"/>
                  <a:pt x="1149477" y="274793"/>
                  <a:pt x="1219764" y="247425"/>
                </a:cubicBezTo>
                <a:cubicBezTo>
                  <a:pt x="1237181" y="272927"/>
                  <a:pt x="1283831" y="340104"/>
                  <a:pt x="1336080" y="419722"/>
                </a:cubicBezTo>
                <a:cubicBezTo>
                  <a:pt x="1242157" y="458909"/>
                  <a:pt x="1144501" y="507425"/>
                  <a:pt x="1068616" y="563407"/>
                </a:cubicBezTo>
                <a:cubicBezTo>
                  <a:pt x="1026941" y="486277"/>
                  <a:pt x="992730" y="418478"/>
                  <a:pt x="980912" y="374937"/>
                </a:cubicBezTo>
                <a:cubicBezTo>
                  <a:pt x="995218" y="364363"/>
                  <a:pt x="1010768" y="353789"/>
                  <a:pt x="1027563" y="343214"/>
                </a:cubicBezTo>
                <a:close/>
                <a:moveTo>
                  <a:pt x="961630" y="675991"/>
                </a:moveTo>
                <a:cubicBezTo>
                  <a:pt x="985888" y="638670"/>
                  <a:pt x="1022587" y="603215"/>
                  <a:pt x="1066749" y="570249"/>
                </a:cubicBezTo>
                <a:cubicBezTo>
                  <a:pt x="1094118" y="620010"/>
                  <a:pt x="1124597" y="674125"/>
                  <a:pt x="1154453" y="726995"/>
                </a:cubicBezTo>
                <a:cubicBezTo>
                  <a:pt x="1169381" y="753120"/>
                  <a:pt x="1184310" y="779244"/>
                  <a:pt x="1198616" y="804125"/>
                </a:cubicBezTo>
                <a:cubicBezTo>
                  <a:pt x="1155697" y="834603"/>
                  <a:pt x="1118998" y="868192"/>
                  <a:pt x="1091008" y="903647"/>
                </a:cubicBezTo>
                <a:cubicBezTo>
                  <a:pt x="1067372" y="933503"/>
                  <a:pt x="1046845" y="960872"/>
                  <a:pt x="1028185" y="986374"/>
                </a:cubicBezTo>
                <a:cubicBezTo>
                  <a:pt x="991486" y="906135"/>
                  <a:pt x="951055" y="823407"/>
                  <a:pt x="914357" y="750632"/>
                </a:cubicBezTo>
                <a:cubicBezTo>
                  <a:pt x="928041" y="727618"/>
                  <a:pt x="943591" y="702737"/>
                  <a:pt x="961008" y="675991"/>
                </a:cubicBezTo>
                <a:close/>
                <a:moveTo>
                  <a:pt x="798663" y="573981"/>
                </a:moveTo>
                <a:cubicBezTo>
                  <a:pt x="801151" y="568383"/>
                  <a:pt x="804883" y="562163"/>
                  <a:pt x="809237" y="554076"/>
                </a:cubicBezTo>
                <a:cubicBezTo>
                  <a:pt x="827897" y="589531"/>
                  <a:pt x="865840" y="662306"/>
                  <a:pt x="910003" y="750010"/>
                </a:cubicBezTo>
                <a:cubicBezTo>
                  <a:pt x="840959" y="865704"/>
                  <a:pt x="813591" y="940345"/>
                  <a:pt x="802395" y="982020"/>
                </a:cubicBezTo>
                <a:cubicBezTo>
                  <a:pt x="767562" y="898049"/>
                  <a:pt x="720289" y="731350"/>
                  <a:pt x="798663" y="573981"/>
                </a:cubicBezTo>
                <a:close/>
                <a:moveTo>
                  <a:pt x="821677" y="1068480"/>
                </a:moveTo>
                <a:cubicBezTo>
                  <a:pt x="833495" y="1088384"/>
                  <a:pt x="852778" y="1126949"/>
                  <a:pt x="875792" y="1199102"/>
                </a:cubicBezTo>
                <a:lnTo>
                  <a:pt x="882012" y="1218384"/>
                </a:lnTo>
                <a:cubicBezTo>
                  <a:pt x="883878" y="1223361"/>
                  <a:pt x="885122" y="1228959"/>
                  <a:pt x="886988" y="1234557"/>
                </a:cubicBezTo>
                <a:cubicBezTo>
                  <a:pt x="883878" y="1251351"/>
                  <a:pt x="865218" y="1283074"/>
                  <a:pt x="794930" y="1339055"/>
                </a:cubicBezTo>
                <a:cubicBezTo>
                  <a:pt x="761342" y="1259437"/>
                  <a:pt x="734595" y="1189772"/>
                  <a:pt x="722155" y="1156183"/>
                </a:cubicBezTo>
                <a:cubicBezTo>
                  <a:pt x="760098" y="1129437"/>
                  <a:pt x="793064" y="1100202"/>
                  <a:pt x="821677" y="1069102"/>
                </a:cubicBezTo>
                <a:close/>
                <a:moveTo>
                  <a:pt x="740193" y="1385084"/>
                </a:moveTo>
                <a:cubicBezTo>
                  <a:pt x="760098" y="1370777"/>
                  <a:pt x="778136" y="1357715"/>
                  <a:pt x="793064" y="1345897"/>
                </a:cubicBezTo>
                <a:cubicBezTo>
                  <a:pt x="814213" y="1396280"/>
                  <a:pt x="838471" y="1451017"/>
                  <a:pt x="862730" y="1502644"/>
                </a:cubicBezTo>
                <a:cubicBezTo>
                  <a:pt x="815457" y="1537476"/>
                  <a:pt x="756366" y="1567955"/>
                  <a:pt x="703495" y="1592835"/>
                </a:cubicBezTo>
                <a:cubicBezTo>
                  <a:pt x="671150" y="1543697"/>
                  <a:pt x="640672" y="1494558"/>
                  <a:pt x="613303" y="1449151"/>
                </a:cubicBezTo>
                <a:cubicBezTo>
                  <a:pt x="656844" y="1433600"/>
                  <a:pt x="700385" y="1412452"/>
                  <a:pt x="739572" y="1384462"/>
                </a:cubicBezTo>
                <a:close/>
                <a:moveTo>
                  <a:pt x="362633" y="1314174"/>
                </a:moveTo>
                <a:cubicBezTo>
                  <a:pt x="414260" y="1300490"/>
                  <a:pt x="462776" y="1284940"/>
                  <a:pt x="508183" y="1267523"/>
                </a:cubicBezTo>
                <a:cubicBezTo>
                  <a:pt x="526844" y="1307332"/>
                  <a:pt x="561676" y="1372021"/>
                  <a:pt x="607083" y="1447285"/>
                </a:cubicBezTo>
                <a:cubicBezTo>
                  <a:pt x="544260" y="1469677"/>
                  <a:pt x="480193" y="1480873"/>
                  <a:pt x="425456" y="1485849"/>
                </a:cubicBezTo>
                <a:cubicBezTo>
                  <a:pt x="372585" y="1416806"/>
                  <a:pt x="326556" y="1359581"/>
                  <a:pt x="302298" y="1329103"/>
                </a:cubicBezTo>
                <a:cubicBezTo>
                  <a:pt x="321580" y="1324748"/>
                  <a:pt x="342106" y="1319772"/>
                  <a:pt x="362633" y="1314174"/>
                </a:cubicBezTo>
                <a:close/>
                <a:moveTo>
                  <a:pt x="429188" y="1651304"/>
                </a:moveTo>
                <a:cubicBezTo>
                  <a:pt x="383781" y="1595945"/>
                  <a:pt x="337130" y="1541830"/>
                  <a:pt x="291101" y="1493936"/>
                </a:cubicBezTo>
                <a:cubicBezTo>
                  <a:pt x="319714" y="1495180"/>
                  <a:pt x="366987" y="1495802"/>
                  <a:pt x="423590" y="1490203"/>
                </a:cubicBezTo>
                <a:cubicBezTo>
                  <a:pt x="460910" y="1538720"/>
                  <a:pt x="501341" y="1592213"/>
                  <a:pt x="541150" y="1646950"/>
                </a:cubicBezTo>
                <a:cubicBezTo>
                  <a:pt x="496987" y="1652549"/>
                  <a:pt x="455312" y="1652549"/>
                  <a:pt x="429188" y="1651304"/>
                </a:cubicBezTo>
                <a:close/>
                <a:moveTo>
                  <a:pt x="650624" y="1622692"/>
                </a:moveTo>
                <a:lnTo>
                  <a:pt x="656844" y="1619582"/>
                </a:lnTo>
                <a:cubicBezTo>
                  <a:pt x="671150" y="1613362"/>
                  <a:pt x="686701" y="1605898"/>
                  <a:pt x="702251" y="1598433"/>
                </a:cubicBezTo>
                <a:cubicBezTo>
                  <a:pt x="727753" y="1636998"/>
                  <a:pt x="754500" y="1675563"/>
                  <a:pt x="781868" y="1713506"/>
                </a:cubicBezTo>
                <a:cubicBezTo>
                  <a:pt x="801151" y="1740252"/>
                  <a:pt x="821055" y="1769487"/>
                  <a:pt x="840337" y="1799965"/>
                </a:cubicBezTo>
                <a:cubicBezTo>
                  <a:pt x="781868" y="1817381"/>
                  <a:pt x="722155" y="1824846"/>
                  <a:pt x="671150" y="1827956"/>
                </a:cubicBezTo>
                <a:cubicBezTo>
                  <a:pt x="635696" y="1773219"/>
                  <a:pt x="592777" y="1711640"/>
                  <a:pt x="547992" y="1650682"/>
                </a:cubicBezTo>
                <a:cubicBezTo>
                  <a:pt x="582203" y="1645706"/>
                  <a:pt x="618279" y="1637620"/>
                  <a:pt x="650002" y="1622692"/>
                </a:cubicBezTo>
                <a:close/>
                <a:moveTo>
                  <a:pt x="698519" y="2013315"/>
                </a:moveTo>
                <a:cubicBezTo>
                  <a:pt x="661198" y="1959200"/>
                  <a:pt x="617657" y="1896999"/>
                  <a:pt x="569762" y="1832310"/>
                </a:cubicBezTo>
                <a:cubicBezTo>
                  <a:pt x="593399" y="1833554"/>
                  <a:pt x="628232" y="1834176"/>
                  <a:pt x="669906" y="1832310"/>
                </a:cubicBezTo>
                <a:cubicBezTo>
                  <a:pt x="687323" y="1859056"/>
                  <a:pt x="702251" y="1883937"/>
                  <a:pt x="714691" y="1906329"/>
                </a:cubicBezTo>
                <a:cubicBezTo>
                  <a:pt x="740816" y="1952358"/>
                  <a:pt x="765074" y="1995899"/>
                  <a:pt x="788088" y="2035085"/>
                </a:cubicBezTo>
                <a:cubicBezTo>
                  <a:pt x="756366" y="2030731"/>
                  <a:pt x="725887" y="2023889"/>
                  <a:pt x="698519" y="2013315"/>
                </a:cubicBezTo>
                <a:close/>
                <a:moveTo>
                  <a:pt x="1082922" y="2234129"/>
                </a:moveTo>
                <a:cubicBezTo>
                  <a:pt x="1054931" y="2237861"/>
                  <a:pt x="1029429" y="2239105"/>
                  <a:pt x="1006414" y="2238483"/>
                </a:cubicBezTo>
                <a:cubicBezTo>
                  <a:pt x="967850" y="2237861"/>
                  <a:pt x="934883" y="2232263"/>
                  <a:pt x="906893" y="2225421"/>
                </a:cubicBezTo>
                <a:cubicBezTo>
                  <a:pt x="886366" y="2192454"/>
                  <a:pt x="845935" y="2125899"/>
                  <a:pt x="796175" y="2039440"/>
                </a:cubicBezTo>
                <a:cubicBezTo>
                  <a:pt x="855266" y="2046904"/>
                  <a:pt x="919955" y="2045038"/>
                  <a:pt x="981534" y="2038818"/>
                </a:cubicBezTo>
                <a:cubicBezTo>
                  <a:pt x="1029429" y="2126521"/>
                  <a:pt x="1067372" y="2201162"/>
                  <a:pt x="1083544" y="2233507"/>
                </a:cubicBezTo>
                <a:close/>
                <a:moveTo>
                  <a:pt x="1368425" y="2125277"/>
                </a:moveTo>
                <a:cubicBezTo>
                  <a:pt x="1314932" y="2158244"/>
                  <a:pt x="1264549" y="2182502"/>
                  <a:pt x="1217898" y="2199296"/>
                </a:cubicBezTo>
                <a:cubicBezTo>
                  <a:pt x="1197372" y="2163220"/>
                  <a:pt x="1165027" y="2092933"/>
                  <a:pt x="1128329" y="2013937"/>
                </a:cubicBezTo>
                <a:cubicBezTo>
                  <a:pt x="1128329" y="2013937"/>
                  <a:pt x="1128329" y="2013315"/>
                  <a:pt x="1127707" y="2012693"/>
                </a:cubicBezTo>
                <a:cubicBezTo>
                  <a:pt x="1181200" y="1999009"/>
                  <a:pt x="1232204" y="1974750"/>
                  <a:pt x="1273879" y="1951114"/>
                </a:cubicBezTo>
                <a:cubicBezTo>
                  <a:pt x="1302492" y="2013315"/>
                  <a:pt x="1350387" y="2094177"/>
                  <a:pt x="1368425" y="2125277"/>
                </a:cubicBezTo>
                <a:close/>
                <a:moveTo>
                  <a:pt x="1275745" y="1945516"/>
                </a:moveTo>
                <a:cubicBezTo>
                  <a:pt x="1268281" y="1928721"/>
                  <a:pt x="1262061" y="1913793"/>
                  <a:pt x="1258329" y="1901975"/>
                </a:cubicBezTo>
                <a:cubicBezTo>
                  <a:pt x="1283209" y="1904463"/>
                  <a:pt x="1311822" y="1904463"/>
                  <a:pt x="1342301" y="1902597"/>
                </a:cubicBezTo>
                <a:cubicBezTo>
                  <a:pt x="1325506" y="1915037"/>
                  <a:pt x="1302492" y="1929966"/>
                  <a:pt x="1275745" y="1945516"/>
                </a:cubicBezTo>
                <a:close/>
                <a:moveTo>
                  <a:pt x="1383353" y="1855324"/>
                </a:moveTo>
                <a:cubicBezTo>
                  <a:pt x="1378999" y="1810539"/>
                  <a:pt x="1357229" y="1762644"/>
                  <a:pt x="1336702" y="1725946"/>
                </a:cubicBezTo>
                <a:cubicBezTo>
                  <a:pt x="1359095" y="1717238"/>
                  <a:pt x="1386463" y="1705419"/>
                  <a:pt x="1419430" y="1689247"/>
                </a:cubicBezTo>
                <a:cubicBezTo>
                  <a:pt x="1443688" y="1677429"/>
                  <a:pt x="1466703" y="1669965"/>
                  <a:pt x="1487229" y="1666233"/>
                </a:cubicBezTo>
                <a:cubicBezTo>
                  <a:pt x="1511488" y="1718482"/>
                  <a:pt x="1532636" y="1782549"/>
                  <a:pt x="1528282" y="1839152"/>
                </a:cubicBezTo>
                <a:cubicBezTo>
                  <a:pt x="1504646" y="1841018"/>
                  <a:pt x="1479143" y="1844128"/>
                  <a:pt x="1451152" y="1847860"/>
                </a:cubicBezTo>
                <a:cubicBezTo>
                  <a:pt x="1429382" y="1850348"/>
                  <a:pt x="1406368" y="1853458"/>
                  <a:pt x="1383353" y="1855324"/>
                </a:cubicBezTo>
                <a:close/>
                <a:moveTo>
                  <a:pt x="1632158" y="1892023"/>
                </a:moveTo>
                <a:cubicBezTo>
                  <a:pt x="1630914" y="1895755"/>
                  <a:pt x="1629670" y="1898243"/>
                  <a:pt x="1629670" y="1898243"/>
                </a:cubicBezTo>
                <a:lnTo>
                  <a:pt x="1629670" y="1898243"/>
                </a:lnTo>
                <a:cubicBezTo>
                  <a:pt x="1622206" y="1913171"/>
                  <a:pt x="1599191" y="1945516"/>
                  <a:pt x="1526416" y="2008961"/>
                </a:cubicBezTo>
                <a:cubicBezTo>
                  <a:pt x="1526416" y="2008961"/>
                  <a:pt x="1526416" y="2008961"/>
                  <a:pt x="1526416" y="2008961"/>
                </a:cubicBezTo>
                <a:cubicBezTo>
                  <a:pt x="1513354" y="1981592"/>
                  <a:pt x="1487229" y="1928721"/>
                  <a:pt x="1461727" y="1890157"/>
                </a:cubicBezTo>
                <a:cubicBezTo>
                  <a:pt x="1505268" y="1885181"/>
                  <a:pt x="1546942" y="1880205"/>
                  <a:pt x="1579909" y="1879583"/>
                </a:cubicBezTo>
                <a:cubicBezTo>
                  <a:pt x="1622828" y="1878961"/>
                  <a:pt x="1632158" y="1885803"/>
                  <a:pt x="1633402" y="1887047"/>
                </a:cubicBezTo>
                <a:cubicBezTo>
                  <a:pt x="1633402" y="1887047"/>
                  <a:pt x="1633402" y="1888913"/>
                  <a:pt x="1633402" y="1891401"/>
                </a:cubicBezTo>
                <a:close/>
                <a:moveTo>
                  <a:pt x="1597947" y="1673697"/>
                </a:moveTo>
                <a:cubicBezTo>
                  <a:pt x="1571823" y="1662501"/>
                  <a:pt x="1535746" y="1653792"/>
                  <a:pt x="1489717" y="1661879"/>
                </a:cubicBezTo>
                <a:cubicBezTo>
                  <a:pt x="1472301" y="1625180"/>
                  <a:pt x="1454263" y="1594701"/>
                  <a:pt x="1442444" y="1576663"/>
                </a:cubicBezTo>
                <a:cubicBezTo>
                  <a:pt x="1461105" y="1565467"/>
                  <a:pt x="1480387" y="1554271"/>
                  <a:pt x="1500291" y="1543697"/>
                </a:cubicBezTo>
                <a:cubicBezTo>
                  <a:pt x="1520818" y="1567333"/>
                  <a:pt x="1563737" y="1620826"/>
                  <a:pt x="1597947" y="1673697"/>
                </a:cubicBezTo>
                <a:close/>
                <a:moveTo>
                  <a:pt x="1551296" y="1469677"/>
                </a:moveTo>
                <a:cubicBezTo>
                  <a:pt x="1533258" y="1477763"/>
                  <a:pt x="1515842" y="1485849"/>
                  <a:pt x="1499047" y="1494558"/>
                </a:cubicBezTo>
                <a:cubicBezTo>
                  <a:pt x="1479765" y="1451017"/>
                  <a:pt x="1433114" y="1342787"/>
                  <a:pt x="1391439" y="1238289"/>
                </a:cubicBezTo>
                <a:cubicBezTo>
                  <a:pt x="1472923" y="1194748"/>
                  <a:pt x="1581153" y="1158671"/>
                  <a:pt x="1696225" y="1129437"/>
                </a:cubicBezTo>
                <a:cubicBezTo>
                  <a:pt x="1745986" y="1233313"/>
                  <a:pt x="1795125" y="1327858"/>
                  <a:pt x="1826225" y="1374509"/>
                </a:cubicBezTo>
                <a:cubicBezTo>
                  <a:pt x="1724215" y="1401878"/>
                  <a:pt x="1632158" y="1433600"/>
                  <a:pt x="1551296" y="1469677"/>
                </a:cubicBezTo>
                <a:close/>
                <a:moveTo>
                  <a:pt x="1698091" y="1124461"/>
                </a:moveTo>
                <a:cubicBezTo>
                  <a:pt x="1658282" y="1042355"/>
                  <a:pt x="1618474" y="954652"/>
                  <a:pt x="1586129" y="880632"/>
                </a:cubicBezTo>
                <a:cubicBezTo>
                  <a:pt x="1670101" y="850776"/>
                  <a:pt x="1755316" y="825895"/>
                  <a:pt x="1832445" y="805991"/>
                </a:cubicBezTo>
                <a:cubicBezTo>
                  <a:pt x="1874742" y="871302"/>
                  <a:pt x="1915795" y="928527"/>
                  <a:pt x="1951872" y="970202"/>
                </a:cubicBezTo>
                <a:cubicBezTo>
                  <a:pt x="1978618" y="1000680"/>
                  <a:pt x="2002254" y="1029915"/>
                  <a:pt x="2024025" y="1057284"/>
                </a:cubicBezTo>
                <a:cubicBezTo>
                  <a:pt x="1922015" y="1074078"/>
                  <a:pt x="1806943" y="1095848"/>
                  <a:pt x="1698091" y="1124461"/>
                </a:cubicBezTo>
                <a:close/>
                <a:moveTo>
                  <a:pt x="2195078" y="1302356"/>
                </a:moveTo>
                <a:cubicBezTo>
                  <a:pt x="2175174" y="1265035"/>
                  <a:pt x="2125413" y="1178576"/>
                  <a:pt x="2032733" y="1060394"/>
                </a:cubicBezTo>
                <a:cubicBezTo>
                  <a:pt x="2160868" y="1039867"/>
                  <a:pt x="2267853" y="1027427"/>
                  <a:pt x="2319480" y="1021829"/>
                </a:cubicBezTo>
                <a:lnTo>
                  <a:pt x="2505462" y="1278720"/>
                </a:lnTo>
                <a:cubicBezTo>
                  <a:pt x="2440151" y="1281830"/>
                  <a:pt x="2303930" y="1288050"/>
                  <a:pt x="2195700" y="1302356"/>
                </a:cubicBezTo>
                <a:close/>
                <a:moveTo>
                  <a:pt x="2768572" y="1748338"/>
                </a:moveTo>
                <a:cubicBezTo>
                  <a:pt x="2745558" y="1780683"/>
                  <a:pt x="2721922" y="1814271"/>
                  <a:pt x="2697041" y="1849104"/>
                </a:cubicBezTo>
                <a:cubicBezTo>
                  <a:pt x="2672161" y="1883937"/>
                  <a:pt x="2646658" y="1920013"/>
                  <a:pt x="2619912" y="1956712"/>
                </a:cubicBezTo>
                <a:cubicBezTo>
                  <a:pt x="2593787" y="1993411"/>
                  <a:pt x="2567041" y="2030731"/>
                  <a:pt x="2540294" y="2067430"/>
                </a:cubicBezTo>
                <a:cubicBezTo>
                  <a:pt x="2513548" y="2104751"/>
                  <a:pt x="2486801" y="2141449"/>
                  <a:pt x="2460055" y="2178148"/>
                </a:cubicBezTo>
                <a:cubicBezTo>
                  <a:pt x="2433308" y="2214847"/>
                  <a:pt x="2407184" y="2250301"/>
                  <a:pt x="2382303" y="2285134"/>
                </a:cubicBezTo>
                <a:cubicBezTo>
                  <a:pt x="2331921" y="2354799"/>
                  <a:pt x="2284026" y="2418866"/>
                  <a:pt x="2243595" y="2474226"/>
                </a:cubicBezTo>
                <a:cubicBezTo>
                  <a:pt x="2223069" y="2502216"/>
                  <a:pt x="2204408" y="2527097"/>
                  <a:pt x="2187614" y="2549489"/>
                </a:cubicBezTo>
                <a:cubicBezTo>
                  <a:pt x="2170820" y="2571881"/>
                  <a:pt x="2156513" y="2591164"/>
                  <a:pt x="2144695" y="2607336"/>
                </a:cubicBezTo>
                <a:cubicBezTo>
                  <a:pt x="2120437" y="2639059"/>
                  <a:pt x="2106752" y="2657719"/>
                  <a:pt x="2106752" y="2657719"/>
                </a:cubicBezTo>
                <a:cubicBezTo>
                  <a:pt x="2106752" y="2657719"/>
                  <a:pt x="2119815" y="2639059"/>
                  <a:pt x="2142207" y="2606092"/>
                </a:cubicBezTo>
                <a:cubicBezTo>
                  <a:pt x="2153403" y="2589920"/>
                  <a:pt x="2167710" y="2570015"/>
                  <a:pt x="2183260" y="2547001"/>
                </a:cubicBezTo>
                <a:cubicBezTo>
                  <a:pt x="2199432" y="2523986"/>
                  <a:pt x="2216848" y="2498484"/>
                  <a:pt x="2236753" y="2470493"/>
                </a:cubicBezTo>
                <a:cubicBezTo>
                  <a:pt x="2276562" y="2414512"/>
                  <a:pt x="2322590" y="2348579"/>
                  <a:pt x="2372351" y="2278914"/>
                </a:cubicBezTo>
                <a:cubicBezTo>
                  <a:pt x="2397232" y="2244081"/>
                  <a:pt x="2422734" y="2208005"/>
                  <a:pt x="2449481" y="2171306"/>
                </a:cubicBezTo>
                <a:cubicBezTo>
                  <a:pt x="2475605" y="2134607"/>
                  <a:pt x="2502352" y="2097287"/>
                  <a:pt x="2529098" y="2060588"/>
                </a:cubicBezTo>
                <a:cubicBezTo>
                  <a:pt x="2555845" y="2023267"/>
                  <a:pt x="2582591" y="1986569"/>
                  <a:pt x="2609338" y="1949870"/>
                </a:cubicBezTo>
                <a:cubicBezTo>
                  <a:pt x="2636084" y="1913171"/>
                  <a:pt x="2661587" y="1877717"/>
                  <a:pt x="2687089" y="1842884"/>
                </a:cubicBezTo>
                <a:cubicBezTo>
                  <a:pt x="2712592" y="1808051"/>
                  <a:pt x="2736850" y="1775085"/>
                  <a:pt x="2760486" y="1743362"/>
                </a:cubicBezTo>
                <a:cubicBezTo>
                  <a:pt x="2762352" y="1740874"/>
                  <a:pt x="2763596" y="1739008"/>
                  <a:pt x="2765462" y="1736520"/>
                </a:cubicBezTo>
                <a:lnTo>
                  <a:pt x="2771061" y="1744606"/>
                </a:lnTo>
                <a:cubicBezTo>
                  <a:pt x="2771061" y="1744606"/>
                  <a:pt x="2769195" y="1747716"/>
                  <a:pt x="2767951" y="1748960"/>
                </a:cubicBezTo>
                <a:close/>
                <a:moveTo>
                  <a:pt x="3398048" y="2549489"/>
                </a:moveTo>
                <a:cubicBezTo>
                  <a:pt x="3381254" y="2527097"/>
                  <a:pt x="3362593" y="2502216"/>
                  <a:pt x="3342067" y="2474226"/>
                </a:cubicBezTo>
                <a:cubicBezTo>
                  <a:pt x="3301636" y="2418866"/>
                  <a:pt x="3253741" y="2354799"/>
                  <a:pt x="3203358" y="2285134"/>
                </a:cubicBezTo>
                <a:cubicBezTo>
                  <a:pt x="3177856" y="2250301"/>
                  <a:pt x="3152354" y="2214847"/>
                  <a:pt x="3125607" y="2178148"/>
                </a:cubicBezTo>
                <a:cubicBezTo>
                  <a:pt x="3099483" y="2141449"/>
                  <a:pt x="3072736" y="2104751"/>
                  <a:pt x="3045368" y="2067430"/>
                </a:cubicBezTo>
                <a:cubicBezTo>
                  <a:pt x="3018621" y="2030109"/>
                  <a:pt x="2991875" y="1993411"/>
                  <a:pt x="2965750" y="1956712"/>
                </a:cubicBezTo>
                <a:cubicBezTo>
                  <a:pt x="2939626" y="1920013"/>
                  <a:pt x="2914123" y="1883937"/>
                  <a:pt x="2888621" y="1849104"/>
                </a:cubicBezTo>
                <a:cubicBezTo>
                  <a:pt x="2863740" y="1814271"/>
                  <a:pt x="2840104" y="1780061"/>
                  <a:pt x="2817090" y="1748338"/>
                </a:cubicBezTo>
                <a:cubicBezTo>
                  <a:pt x="2794697" y="1715994"/>
                  <a:pt x="2772927" y="1686137"/>
                  <a:pt x="2753022" y="1657525"/>
                </a:cubicBezTo>
                <a:cubicBezTo>
                  <a:pt x="2733118" y="1629534"/>
                  <a:pt x="2715080" y="1603410"/>
                  <a:pt x="2699529" y="1581017"/>
                </a:cubicBezTo>
                <a:cubicBezTo>
                  <a:pt x="2683357" y="1558003"/>
                  <a:pt x="2669673" y="1538098"/>
                  <a:pt x="2658477" y="1521926"/>
                </a:cubicBezTo>
                <a:cubicBezTo>
                  <a:pt x="2635462" y="1488959"/>
                  <a:pt x="2623022" y="1470299"/>
                  <a:pt x="2623022" y="1470299"/>
                </a:cubicBezTo>
                <a:cubicBezTo>
                  <a:pt x="2623022" y="1470299"/>
                  <a:pt x="2636706" y="1488337"/>
                  <a:pt x="2660965" y="1520682"/>
                </a:cubicBezTo>
                <a:cubicBezTo>
                  <a:pt x="2672783" y="1536854"/>
                  <a:pt x="2687711" y="1556137"/>
                  <a:pt x="2703883" y="1578529"/>
                </a:cubicBezTo>
                <a:cubicBezTo>
                  <a:pt x="2720678" y="1600922"/>
                  <a:pt x="2739338" y="1625802"/>
                  <a:pt x="2759864" y="1653792"/>
                </a:cubicBezTo>
                <a:cubicBezTo>
                  <a:pt x="2780391" y="1681161"/>
                  <a:pt x="2802161" y="1711640"/>
                  <a:pt x="2825798" y="1743362"/>
                </a:cubicBezTo>
                <a:cubicBezTo>
                  <a:pt x="2848812" y="1775085"/>
                  <a:pt x="2873693" y="1808673"/>
                  <a:pt x="2899195" y="1842884"/>
                </a:cubicBezTo>
                <a:cubicBezTo>
                  <a:pt x="2924697" y="1877717"/>
                  <a:pt x="2950200" y="1913171"/>
                  <a:pt x="2976946" y="1949870"/>
                </a:cubicBezTo>
                <a:cubicBezTo>
                  <a:pt x="3003071" y="1986569"/>
                  <a:pt x="3030439" y="2023267"/>
                  <a:pt x="3057186" y="2060588"/>
                </a:cubicBezTo>
                <a:cubicBezTo>
                  <a:pt x="3083932" y="2097909"/>
                  <a:pt x="3110679" y="2134607"/>
                  <a:pt x="3136803" y="2171306"/>
                </a:cubicBezTo>
                <a:cubicBezTo>
                  <a:pt x="3162928" y="2208005"/>
                  <a:pt x="3188430" y="2244081"/>
                  <a:pt x="3213933" y="2278914"/>
                </a:cubicBezTo>
                <a:cubicBezTo>
                  <a:pt x="3263694" y="2348579"/>
                  <a:pt x="3309722" y="2414512"/>
                  <a:pt x="3349531" y="2470493"/>
                </a:cubicBezTo>
                <a:cubicBezTo>
                  <a:pt x="3369435" y="2498484"/>
                  <a:pt x="3387474" y="2524608"/>
                  <a:pt x="3403024" y="2547001"/>
                </a:cubicBezTo>
                <a:cubicBezTo>
                  <a:pt x="3419197" y="2570015"/>
                  <a:pt x="3432881" y="2589920"/>
                  <a:pt x="3444077" y="2606092"/>
                </a:cubicBezTo>
                <a:cubicBezTo>
                  <a:pt x="3467091" y="2639059"/>
                  <a:pt x="3479531" y="2657719"/>
                  <a:pt x="3479531" y="2657719"/>
                </a:cubicBezTo>
                <a:cubicBezTo>
                  <a:pt x="3479531" y="2657719"/>
                  <a:pt x="3465847" y="2639681"/>
                  <a:pt x="3441589" y="2607336"/>
                </a:cubicBezTo>
                <a:cubicBezTo>
                  <a:pt x="3429771" y="2591164"/>
                  <a:pt x="3414842" y="2571881"/>
                  <a:pt x="3398670" y="2549489"/>
                </a:cubicBezTo>
                <a:close/>
              </a:path>
            </a:pathLst>
          </a:custGeom>
          <a:solidFill>
            <a:srgbClr val="E60000"/>
          </a:solidFill>
          <a:ln w="621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4CA0212-5234-7B38-6C6A-B4CA8E038D91}"/>
              </a:ext>
            </a:extLst>
          </p:cNvPr>
          <p:cNvSpPr/>
          <p:nvPr/>
        </p:nvSpPr>
        <p:spPr>
          <a:xfrm>
            <a:off x="7899174" y="476249"/>
            <a:ext cx="2747104" cy="105833"/>
          </a:xfrm>
          <a:prstGeom prst="roundRect">
            <a:avLst/>
          </a:pr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AAF72C1-A888-169F-D529-01DAB26B9866}"/>
              </a:ext>
            </a:extLst>
          </p:cNvPr>
          <p:cNvSpPr/>
          <p:nvPr/>
        </p:nvSpPr>
        <p:spPr>
          <a:xfrm>
            <a:off x="1477659" y="476249"/>
            <a:ext cx="2747104" cy="105833"/>
          </a:xfrm>
          <a:prstGeom prst="roundRect">
            <a:avLst/>
          </a:pr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Graphic 9">
            <a:extLst>
              <a:ext uri="{FF2B5EF4-FFF2-40B4-BE49-F238E27FC236}">
                <a16:creationId xmlns:a16="http://schemas.microsoft.com/office/drawing/2014/main" id="{F35A6578-BC85-8EDB-696D-4107058981AA}"/>
              </a:ext>
            </a:extLst>
          </p:cNvPr>
          <p:cNvSpPr/>
          <p:nvPr/>
        </p:nvSpPr>
        <p:spPr>
          <a:xfrm>
            <a:off x="10952427" y="147658"/>
            <a:ext cx="1014413" cy="518012"/>
          </a:xfrm>
          <a:custGeom>
            <a:avLst/>
            <a:gdLst>
              <a:gd name="connsiteX0" fmla="*/ 3484508 w 5585039"/>
              <a:gd name="connsiteY0" fmla="*/ 2738580 h 2765812"/>
              <a:gd name="connsiteX1" fmla="*/ 3575943 w 5585039"/>
              <a:gd name="connsiteY1" fmla="*/ 2753509 h 2765812"/>
              <a:gd name="connsiteX2" fmla="*/ 3583407 w 5585039"/>
              <a:gd name="connsiteY2" fmla="*/ 2746666 h 2765812"/>
              <a:gd name="connsiteX3" fmla="*/ 3595226 w 5585039"/>
              <a:gd name="connsiteY3" fmla="*/ 2731116 h 2765812"/>
              <a:gd name="connsiteX4" fmla="*/ 3602068 w 5585039"/>
              <a:gd name="connsiteY4" fmla="*/ 2688819 h 2765812"/>
              <a:gd name="connsiteX5" fmla="*/ 3590872 w 5585039"/>
              <a:gd name="connsiteY5" fmla="*/ 2661451 h 2765812"/>
              <a:gd name="connsiteX6" fmla="*/ 3498192 w 5585039"/>
              <a:gd name="connsiteY6" fmla="*/ 2532072 h 2765812"/>
              <a:gd name="connsiteX7" fmla="*/ 3473933 w 5585039"/>
              <a:gd name="connsiteY7" fmla="*/ 2497862 h 2765812"/>
              <a:gd name="connsiteX8" fmla="*/ 3348909 w 5585039"/>
              <a:gd name="connsiteY8" fmla="*/ 2323699 h 2765812"/>
              <a:gd name="connsiteX9" fmla="*/ 3322163 w 5585039"/>
              <a:gd name="connsiteY9" fmla="*/ 2286378 h 2765812"/>
              <a:gd name="connsiteX10" fmla="*/ 3190296 w 5585039"/>
              <a:gd name="connsiteY10" fmla="*/ 2102263 h 2765812"/>
              <a:gd name="connsiteX11" fmla="*/ 3161062 w 5585039"/>
              <a:gd name="connsiteY11" fmla="*/ 2061210 h 2765812"/>
              <a:gd name="connsiteX12" fmla="*/ 2930296 w 5585039"/>
              <a:gd name="connsiteY12" fmla="*/ 1739630 h 2765812"/>
              <a:gd name="connsiteX13" fmla="*/ 2895463 w 5585039"/>
              <a:gd name="connsiteY13" fmla="*/ 1690491 h 2765812"/>
              <a:gd name="connsiteX14" fmla="*/ 2873693 w 5585039"/>
              <a:gd name="connsiteY14" fmla="*/ 1660013 h 2765812"/>
              <a:gd name="connsiteX15" fmla="*/ 2895463 w 5585039"/>
              <a:gd name="connsiteY15" fmla="*/ 1629534 h 2765812"/>
              <a:gd name="connsiteX16" fmla="*/ 2930296 w 5585039"/>
              <a:gd name="connsiteY16" fmla="*/ 1580395 h 2765812"/>
              <a:gd name="connsiteX17" fmla="*/ 3118143 w 5585039"/>
              <a:gd name="connsiteY17" fmla="*/ 1318528 h 2765812"/>
              <a:gd name="connsiteX18" fmla="*/ 3268048 w 5585039"/>
              <a:gd name="connsiteY18" fmla="*/ 1330347 h 2765812"/>
              <a:gd name="connsiteX19" fmla="*/ 3302880 w 5585039"/>
              <a:gd name="connsiteY19" fmla="*/ 1334079 h 2765812"/>
              <a:gd name="connsiteX20" fmla="*/ 3557283 w 5585039"/>
              <a:gd name="connsiteY20" fmla="*/ 1372021 h 2765812"/>
              <a:gd name="connsiteX21" fmla="*/ 3591494 w 5585039"/>
              <a:gd name="connsiteY21" fmla="*/ 1378863 h 2765812"/>
              <a:gd name="connsiteX22" fmla="*/ 3602068 w 5585039"/>
              <a:gd name="connsiteY22" fmla="*/ 1380729 h 2765812"/>
              <a:gd name="connsiteX23" fmla="*/ 3880107 w 5585039"/>
              <a:gd name="connsiteY23" fmla="*/ 1455371 h 2765812"/>
              <a:gd name="connsiteX24" fmla="*/ 3913073 w 5585039"/>
              <a:gd name="connsiteY24" fmla="*/ 1467189 h 2765812"/>
              <a:gd name="connsiteX25" fmla="*/ 4044318 w 5585039"/>
              <a:gd name="connsiteY25" fmla="*/ 1521304 h 2765812"/>
              <a:gd name="connsiteX26" fmla="*/ 3911207 w 5585039"/>
              <a:gd name="connsiteY26" fmla="*/ 1720348 h 2765812"/>
              <a:gd name="connsiteX27" fmla="*/ 3916183 w 5585039"/>
              <a:gd name="connsiteY27" fmla="*/ 1915037 h 2765812"/>
              <a:gd name="connsiteX28" fmla="*/ 3916183 w 5585039"/>
              <a:gd name="connsiteY28" fmla="*/ 1915037 h 2765812"/>
              <a:gd name="connsiteX29" fmla="*/ 3977763 w 5585039"/>
              <a:gd name="connsiteY29" fmla="*/ 1991545 h 2765812"/>
              <a:gd name="connsiteX30" fmla="*/ 4003887 w 5585039"/>
              <a:gd name="connsiteY30" fmla="*/ 2016425 h 2765812"/>
              <a:gd name="connsiteX31" fmla="*/ 4030634 w 5585039"/>
              <a:gd name="connsiteY31" fmla="*/ 2040061 h 2765812"/>
              <a:gd name="connsiteX32" fmla="*/ 4082260 w 5585039"/>
              <a:gd name="connsiteY32" fmla="*/ 2082358 h 2765812"/>
              <a:gd name="connsiteX33" fmla="*/ 4227189 w 5585039"/>
              <a:gd name="connsiteY33" fmla="*/ 2180014 h 2765812"/>
              <a:gd name="connsiteX34" fmla="*/ 4258290 w 5585039"/>
              <a:gd name="connsiteY34" fmla="*/ 2196808 h 2765812"/>
              <a:gd name="connsiteX35" fmla="*/ 4525133 w 5585039"/>
              <a:gd name="connsiteY35" fmla="*/ 2278292 h 2765812"/>
              <a:gd name="connsiteX36" fmla="*/ 4555611 w 5585039"/>
              <a:gd name="connsiteY36" fmla="*/ 2280158 h 2765812"/>
              <a:gd name="connsiteX37" fmla="*/ 4582980 w 5585039"/>
              <a:gd name="connsiteY37" fmla="*/ 2280158 h 2765812"/>
              <a:gd name="connsiteX38" fmla="*/ 4797573 w 5585039"/>
              <a:gd name="connsiteY38" fmla="*/ 2221067 h 2765812"/>
              <a:gd name="connsiteX39" fmla="*/ 4801306 w 5585039"/>
              <a:gd name="connsiteY39" fmla="*/ 2218579 h 2765812"/>
              <a:gd name="connsiteX40" fmla="*/ 4803794 w 5585039"/>
              <a:gd name="connsiteY40" fmla="*/ 2214847 h 2765812"/>
              <a:gd name="connsiteX41" fmla="*/ 5519107 w 5585039"/>
              <a:gd name="connsiteY41" fmla="*/ 1360203 h 2765812"/>
              <a:gd name="connsiteX42" fmla="*/ 5585040 w 5585039"/>
              <a:gd name="connsiteY42" fmla="*/ 1324748 h 2765812"/>
              <a:gd name="connsiteX43" fmla="*/ 5509777 w 5585039"/>
              <a:gd name="connsiteY43" fmla="*/ 1319150 h 2765812"/>
              <a:gd name="connsiteX44" fmla="*/ 4801306 w 5585039"/>
              <a:gd name="connsiteY44" fmla="*/ 1042977 h 2765812"/>
              <a:gd name="connsiteX45" fmla="*/ 4855421 w 5585039"/>
              <a:gd name="connsiteY45" fmla="*/ 897427 h 2765812"/>
              <a:gd name="connsiteX46" fmla="*/ 4825564 w 5585039"/>
              <a:gd name="connsiteY46" fmla="*/ 552210 h 2765812"/>
              <a:gd name="connsiteX47" fmla="*/ 4581114 w 5585039"/>
              <a:gd name="connsiteY47" fmla="*/ 304028 h 2765812"/>
              <a:gd name="connsiteX48" fmla="*/ 3986471 w 5585039"/>
              <a:gd name="connsiteY48" fmla="*/ 106850 h 2765812"/>
              <a:gd name="connsiteX49" fmla="*/ 3988337 w 5585039"/>
              <a:gd name="connsiteY49" fmla="*/ 103740 h 2765812"/>
              <a:gd name="connsiteX50" fmla="*/ 3973409 w 5585039"/>
              <a:gd name="connsiteY50" fmla="*/ 12304 h 2765812"/>
              <a:gd name="connsiteX51" fmla="*/ 3881973 w 5585039"/>
              <a:gd name="connsiteY51" fmla="*/ 27233 h 2765812"/>
              <a:gd name="connsiteX52" fmla="*/ 2792209 w 5585039"/>
              <a:gd name="connsiteY52" fmla="*/ 1546184 h 2765812"/>
              <a:gd name="connsiteX53" fmla="*/ 1703067 w 5585039"/>
              <a:gd name="connsiteY53" fmla="*/ 29721 h 2765812"/>
              <a:gd name="connsiteX54" fmla="*/ 1611631 w 5585039"/>
              <a:gd name="connsiteY54" fmla="*/ 14792 h 2765812"/>
              <a:gd name="connsiteX55" fmla="*/ 1596703 w 5585039"/>
              <a:gd name="connsiteY55" fmla="*/ 106228 h 2765812"/>
              <a:gd name="connsiteX56" fmla="*/ 1598569 w 5585039"/>
              <a:gd name="connsiteY56" fmla="*/ 109338 h 2765812"/>
              <a:gd name="connsiteX57" fmla="*/ 1003926 w 5585039"/>
              <a:gd name="connsiteY57" fmla="*/ 306516 h 2765812"/>
              <a:gd name="connsiteX58" fmla="*/ 759476 w 5585039"/>
              <a:gd name="connsiteY58" fmla="*/ 554698 h 2765812"/>
              <a:gd name="connsiteX59" fmla="*/ 729619 w 5585039"/>
              <a:gd name="connsiteY59" fmla="*/ 899915 h 2765812"/>
              <a:gd name="connsiteX60" fmla="*/ 783734 w 5585039"/>
              <a:gd name="connsiteY60" fmla="*/ 1045465 h 2765812"/>
              <a:gd name="connsiteX61" fmla="*/ 75263 w 5585039"/>
              <a:gd name="connsiteY61" fmla="*/ 1321638 h 2765812"/>
              <a:gd name="connsiteX62" fmla="*/ 0 w 5585039"/>
              <a:gd name="connsiteY62" fmla="*/ 1327236 h 2765812"/>
              <a:gd name="connsiteX63" fmla="*/ 65933 w 5585039"/>
              <a:gd name="connsiteY63" fmla="*/ 1362691 h 2765812"/>
              <a:gd name="connsiteX64" fmla="*/ 781246 w 5585039"/>
              <a:gd name="connsiteY64" fmla="*/ 2217335 h 2765812"/>
              <a:gd name="connsiteX65" fmla="*/ 783734 w 5585039"/>
              <a:gd name="connsiteY65" fmla="*/ 2221067 h 2765812"/>
              <a:gd name="connsiteX66" fmla="*/ 787466 w 5585039"/>
              <a:gd name="connsiteY66" fmla="*/ 2223555 h 2765812"/>
              <a:gd name="connsiteX67" fmla="*/ 1002060 w 5585039"/>
              <a:gd name="connsiteY67" fmla="*/ 2282646 h 2765812"/>
              <a:gd name="connsiteX68" fmla="*/ 1117754 w 5585039"/>
              <a:gd name="connsiteY68" fmla="*/ 2273316 h 2765812"/>
              <a:gd name="connsiteX69" fmla="*/ 1158185 w 5585039"/>
              <a:gd name="connsiteY69" fmla="*/ 2264608 h 2765812"/>
              <a:gd name="connsiteX70" fmla="*/ 1411344 w 5585039"/>
              <a:gd name="connsiteY70" fmla="*/ 2150780 h 2765812"/>
              <a:gd name="connsiteX71" fmla="*/ 1440578 w 5585039"/>
              <a:gd name="connsiteY71" fmla="*/ 2131497 h 2765812"/>
              <a:gd name="connsiteX72" fmla="*/ 1503401 w 5585039"/>
              <a:gd name="connsiteY72" fmla="*/ 2085468 h 2765812"/>
              <a:gd name="connsiteX73" fmla="*/ 1555028 w 5585039"/>
              <a:gd name="connsiteY73" fmla="*/ 2043172 h 2765812"/>
              <a:gd name="connsiteX74" fmla="*/ 1660148 w 5585039"/>
              <a:gd name="connsiteY74" fmla="*/ 1934320 h 2765812"/>
              <a:gd name="connsiteX75" fmla="*/ 1669478 w 5585039"/>
              <a:gd name="connsiteY75" fmla="*/ 1918147 h 2765812"/>
              <a:gd name="connsiteX76" fmla="*/ 1669478 w 5585039"/>
              <a:gd name="connsiteY76" fmla="*/ 1918147 h 2765812"/>
              <a:gd name="connsiteX77" fmla="*/ 1678187 w 5585039"/>
              <a:gd name="connsiteY77" fmla="*/ 1895133 h 2765812"/>
              <a:gd name="connsiteX78" fmla="*/ 1674455 w 5585039"/>
              <a:gd name="connsiteY78" fmla="*/ 1723458 h 2765812"/>
              <a:gd name="connsiteX79" fmla="*/ 1541344 w 5585039"/>
              <a:gd name="connsiteY79" fmla="*/ 1524414 h 2765812"/>
              <a:gd name="connsiteX80" fmla="*/ 1780197 w 5585039"/>
              <a:gd name="connsiteY80" fmla="*/ 1434845 h 2765812"/>
              <a:gd name="connsiteX81" fmla="*/ 1813785 w 5585039"/>
              <a:gd name="connsiteY81" fmla="*/ 1424892 h 2765812"/>
              <a:gd name="connsiteX82" fmla="*/ 1983594 w 5585039"/>
              <a:gd name="connsiteY82" fmla="*/ 1383839 h 2765812"/>
              <a:gd name="connsiteX83" fmla="*/ 2115461 w 5585039"/>
              <a:gd name="connsiteY83" fmla="*/ 1359581 h 2765812"/>
              <a:gd name="connsiteX84" fmla="*/ 2150293 w 5585039"/>
              <a:gd name="connsiteY84" fmla="*/ 1353983 h 2765812"/>
              <a:gd name="connsiteX85" fmla="*/ 2467519 w 5585039"/>
              <a:gd name="connsiteY85" fmla="*/ 1321016 h 2765812"/>
              <a:gd name="connsiteX86" fmla="*/ 2522878 w 5585039"/>
              <a:gd name="connsiteY86" fmla="*/ 1398146 h 2765812"/>
              <a:gd name="connsiteX87" fmla="*/ 2566419 w 5585039"/>
              <a:gd name="connsiteY87" fmla="*/ 1458481 h 2765812"/>
              <a:gd name="connsiteX88" fmla="*/ 2712592 w 5585039"/>
              <a:gd name="connsiteY88" fmla="*/ 1661879 h 2765812"/>
              <a:gd name="connsiteX89" fmla="*/ 2611826 w 5585039"/>
              <a:gd name="connsiteY89" fmla="*/ 1802453 h 2765812"/>
              <a:gd name="connsiteX90" fmla="*/ 2581969 w 5585039"/>
              <a:gd name="connsiteY90" fmla="*/ 1844128 h 2765812"/>
              <a:gd name="connsiteX91" fmla="*/ 2206896 w 5585039"/>
              <a:gd name="connsiteY91" fmla="*/ 2366617 h 2765812"/>
              <a:gd name="connsiteX92" fmla="*/ 2182638 w 5585039"/>
              <a:gd name="connsiteY92" fmla="*/ 2400206 h 2765812"/>
              <a:gd name="connsiteX93" fmla="*/ 2062590 w 5585039"/>
              <a:gd name="connsiteY93" fmla="*/ 2567527 h 2765812"/>
              <a:gd name="connsiteX94" fmla="*/ 2040197 w 5585039"/>
              <a:gd name="connsiteY94" fmla="*/ 2598628 h 2765812"/>
              <a:gd name="connsiteX95" fmla="*/ 1994790 w 5585039"/>
              <a:gd name="connsiteY95" fmla="*/ 2661451 h 2765812"/>
              <a:gd name="connsiteX96" fmla="*/ 1990436 w 5585039"/>
              <a:gd name="connsiteY96" fmla="*/ 2731116 h 2765812"/>
              <a:gd name="connsiteX97" fmla="*/ 2009719 w 5585039"/>
              <a:gd name="connsiteY97" fmla="*/ 2752887 h 2765812"/>
              <a:gd name="connsiteX98" fmla="*/ 2101154 w 5585039"/>
              <a:gd name="connsiteY98" fmla="*/ 2737958 h 2765812"/>
              <a:gd name="connsiteX99" fmla="*/ 2111107 w 5585039"/>
              <a:gd name="connsiteY99" fmla="*/ 2723652 h 2765812"/>
              <a:gd name="connsiteX100" fmla="*/ 2133499 w 5585039"/>
              <a:gd name="connsiteY100" fmla="*/ 2692552 h 2765812"/>
              <a:gd name="connsiteX101" fmla="*/ 2241107 w 5585039"/>
              <a:gd name="connsiteY101" fmla="*/ 2542025 h 2765812"/>
              <a:gd name="connsiteX102" fmla="*/ 2265365 w 5585039"/>
              <a:gd name="connsiteY102" fmla="*/ 2508436 h 2765812"/>
              <a:gd name="connsiteX103" fmla="*/ 2606228 w 5585039"/>
              <a:gd name="connsiteY103" fmla="*/ 2033841 h 2765812"/>
              <a:gd name="connsiteX104" fmla="*/ 2636084 w 5585039"/>
              <a:gd name="connsiteY104" fmla="*/ 1992167 h 2765812"/>
              <a:gd name="connsiteX105" fmla="*/ 2792831 w 5585039"/>
              <a:gd name="connsiteY105" fmla="*/ 1773841 h 2765812"/>
              <a:gd name="connsiteX106" fmla="*/ 2895463 w 5585039"/>
              <a:gd name="connsiteY106" fmla="*/ 1916903 h 2765812"/>
              <a:gd name="connsiteX107" fmla="*/ 2930296 w 5585039"/>
              <a:gd name="connsiteY107" fmla="*/ 1966042 h 2765812"/>
              <a:gd name="connsiteX108" fmla="*/ 3133693 w 5585039"/>
              <a:gd name="connsiteY108" fmla="*/ 2249057 h 2765812"/>
              <a:gd name="connsiteX109" fmla="*/ 3162928 w 5585039"/>
              <a:gd name="connsiteY109" fmla="*/ 2290110 h 2765812"/>
              <a:gd name="connsiteX110" fmla="*/ 3279866 w 5585039"/>
              <a:gd name="connsiteY110" fmla="*/ 2453077 h 2765812"/>
              <a:gd name="connsiteX111" fmla="*/ 3306612 w 5585039"/>
              <a:gd name="connsiteY111" fmla="*/ 2490398 h 2765812"/>
              <a:gd name="connsiteX112" fmla="*/ 3417330 w 5585039"/>
              <a:gd name="connsiteY112" fmla="*/ 2644657 h 2765812"/>
              <a:gd name="connsiteX113" fmla="*/ 3441589 w 5585039"/>
              <a:gd name="connsiteY113" fmla="*/ 2678867 h 2765812"/>
              <a:gd name="connsiteX114" fmla="*/ 3484508 w 5585039"/>
              <a:gd name="connsiteY114" fmla="*/ 2738580 h 2765812"/>
              <a:gd name="connsiteX115" fmla="*/ 2083116 w 5585039"/>
              <a:gd name="connsiteY115" fmla="*/ 2731738 h 2765812"/>
              <a:gd name="connsiteX116" fmla="*/ 2082494 w 5585039"/>
              <a:gd name="connsiteY116" fmla="*/ 2736714 h 2765812"/>
              <a:gd name="connsiteX117" fmla="*/ 2080628 w 5585039"/>
              <a:gd name="connsiteY117" fmla="*/ 2732360 h 2765812"/>
              <a:gd name="connsiteX118" fmla="*/ 2075652 w 5585039"/>
              <a:gd name="connsiteY118" fmla="*/ 2721786 h 2765812"/>
              <a:gd name="connsiteX119" fmla="*/ 2056992 w 5585039"/>
              <a:gd name="connsiteY119" fmla="*/ 2695040 h 2765812"/>
              <a:gd name="connsiteX120" fmla="*/ 2050149 w 5585039"/>
              <a:gd name="connsiteY120" fmla="*/ 2690686 h 2765812"/>
              <a:gd name="connsiteX121" fmla="*/ 2042685 w 5585039"/>
              <a:gd name="connsiteY121" fmla="*/ 2687575 h 2765812"/>
              <a:gd name="connsiteX122" fmla="*/ 2035221 w 5585039"/>
              <a:gd name="connsiteY122" fmla="*/ 2685709 h 2765812"/>
              <a:gd name="connsiteX123" fmla="*/ 2031489 w 5585039"/>
              <a:gd name="connsiteY123" fmla="*/ 2685709 h 2765812"/>
              <a:gd name="connsiteX124" fmla="*/ 2027757 w 5585039"/>
              <a:gd name="connsiteY124" fmla="*/ 2685709 h 2765812"/>
              <a:gd name="connsiteX125" fmla="*/ 2020915 w 5585039"/>
              <a:gd name="connsiteY125" fmla="*/ 2685709 h 2765812"/>
              <a:gd name="connsiteX126" fmla="*/ 2015939 w 5585039"/>
              <a:gd name="connsiteY126" fmla="*/ 2685709 h 2765812"/>
              <a:gd name="connsiteX127" fmla="*/ 2010963 w 5585039"/>
              <a:gd name="connsiteY127" fmla="*/ 2685709 h 2765812"/>
              <a:gd name="connsiteX128" fmla="*/ 2014695 w 5585039"/>
              <a:gd name="connsiteY128" fmla="*/ 2683221 h 2765812"/>
              <a:gd name="connsiteX129" fmla="*/ 2019671 w 5585039"/>
              <a:gd name="connsiteY129" fmla="*/ 2680733 h 2765812"/>
              <a:gd name="connsiteX130" fmla="*/ 2026513 w 5585039"/>
              <a:gd name="connsiteY130" fmla="*/ 2678245 h 2765812"/>
              <a:gd name="connsiteX131" fmla="*/ 2035221 w 5585039"/>
              <a:gd name="connsiteY131" fmla="*/ 2676379 h 2765812"/>
              <a:gd name="connsiteX132" fmla="*/ 2045173 w 5585039"/>
              <a:gd name="connsiteY132" fmla="*/ 2676379 h 2765812"/>
              <a:gd name="connsiteX133" fmla="*/ 2050772 w 5585039"/>
              <a:gd name="connsiteY133" fmla="*/ 2677623 h 2765812"/>
              <a:gd name="connsiteX134" fmla="*/ 2056370 w 5585039"/>
              <a:gd name="connsiteY134" fmla="*/ 2679489 h 2765812"/>
              <a:gd name="connsiteX135" fmla="*/ 2066322 w 5585039"/>
              <a:gd name="connsiteY135" fmla="*/ 2685087 h 2765812"/>
              <a:gd name="connsiteX136" fmla="*/ 2079384 w 5585039"/>
              <a:gd name="connsiteY136" fmla="*/ 2702504 h 2765812"/>
              <a:gd name="connsiteX137" fmla="*/ 2084360 w 5585039"/>
              <a:gd name="connsiteY137" fmla="*/ 2719920 h 2765812"/>
              <a:gd name="connsiteX138" fmla="*/ 2084360 w 5585039"/>
              <a:gd name="connsiteY138" fmla="*/ 2732360 h 2765812"/>
              <a:gd name="connsiteX139" fmla="*/ 3503168 w 5585039"/>
              <a:gd name="connsiteY139" fmla="*/ 2719298 h 2765812"/>
              <a:gd name="connsiteX140" fmla="*/ 3508144 w 5585039"/>
              <a:gd name="connsiteY140" fmla="*/ 2701882 h 2765812"/>
              <a:gd name="connsiteX141" fmla="*/ 3521206 w 5585039"/>
              <a:gd name="connsiteY141" fmla="*/ 2684465 h 2765812"/>
              <a:gd name="connsiteX142" fmla="*/ 3531158 w 5585039"/>
              <a:gd name="connsiteY142" fmla="*/ 2678867 h 2765812"/>
              <a:gd name="connsiteX143" fmla="*/ 3536757 w 5585039"/>
              <a:gd name="connsiteY143" fmla="*/ 2677001 h 2765812"/>
              <a:gd name="connsiteX144" fmla="*/ 3542355 w 5585039"/>
              <a:gd name="connsiteY144" fmla="*/ 2675757 h 2765812"/>
              <a:gd name="connsiteX145" fmla="*/ 3552307 w 5585039"/>
              <a:gd name="connsiteY145" fmla="*/ 2675757 h 2765812"/>
              <a:gd name="connsiteX146" fmla="*/ 3561015 w 5585039"/>
              <a:gd name="connsiteY146" fmla="*/ 2677623 h 2765812"/>
              <a:gd name="connsiteX147" fmla="*/ 3567857 w 5585039"/>
              <a:gd name="connsiteY147" fmla="*/ 2680111 h 2765812"/>
              <a:gd name="connsiteX148" fmla="*/ 3572833 w 5585039"/>
              <a:gd name="connsiteY148" fmla="*/ 2682599 h 2765812"/>
              <a:gd name="connsiteX149" fmla="*/ 3576565 w 5585039"/>
              <a:gd name="connsiteY149" fmla="*/ 2685087 h 2765812"/>
              <a:gd name="connsiteX150" fmla="*/ 3571589 w 5585039"/>
              <a:gd name="connsiteY150" fmla="*/ 2685087 h 2765812"/>
              <a:gd name="connsiteX151" fmla="*/ 3566613 w 5585039"/>
              <a:gd name="connsiteY151" fmla="*/ 2685087 h 2765812"/>
              <a:gd name="connsiteX152" fmla="*/ 3559771 w 5585039"/>
              <a:gd name="connsiteY152" fmla="*/ 2685087 h 2765812"/>
              <a:gd name="connsiteX153" fmla="*/ 3556039 w 5585039"/>
              <a:gd name="connsiteY153" fmla="*/ 2685087 h 2765812"/>
              <a:gd name="connsiteX154" fmla="*/ 3552307 w 5585039"/>
              <a:gd name="connsiteY154" fmla="*/ 2685087 h 2765812"/>
              <a:gd name="connsiteX155" fmla="*/ 3544843 w 5585039"/>
              <a:gd name="connsiteY155" fmla="*/ 2686953 h 2765812"/>
              <a:gd name="connsiteX156" fmla="*/ 3537379 w 5585039"/>
              <a:gd name="connsiteY156" fmla="*/ 2690063 h 2765812"/>
              <a:gd name="connsiteX157" fmla="*/ 3530536 w 5585039"/>
              <a:gd name="connsiteY157" fmla="*/ 2694417 h 2765812"/>
              <a:gd name="connsiteX158" fmla="*/ 3511876 w 5585039"/>
              <a:gd name="connsiteY158" fmla="*/ 2721164 h 2765812"/>
              <a:gd name="connsiteX159" fmla="*/ 3506900 w 5585039"/>
              <a:gd name="connsiteY159" fmla="*/ 2731738 h 2765812"/>
              <a:gd name="connsiteX160" fmla="*/ 3505034 w 5585039"/>
              <a:gd name="connsiteY160" fmla="*/ 2736092 h 2765812"/>
              <a:gd name="connsiteX161" fmla="*/ 3504412 w 5585039"/>
              <a:gd name="connsiteY161" fmla="*/ 2731116 h 2765812"/>
              <a:gd name="connsiteX162" fmla="*/ 3504412 w 5585039"/>
              <a:gd name="connsiteY162" fmla="*/ 2718676 h 2765812"/>
              <a:gd name="connsiteX163" fmla="*/ 3561637 w 5585039"/>
              <a:gd name="connsiteY163" fmla="*/ 1057284 h 2765812"/>
              <a:gd name="connsiteX164" fmla="*/ 3633790 w 5585039"/>
              <a:gd name="connsiteY164" fmla="*/ 970202 h 2765812"/>
              <a:gd name="connsiteX165" fmla="*/ 3753838 w 5585039"/>
              <a:gd name="connsiteY165" fmla="*/ 805991 h 2765812"/>
              <a:gd name="connsiteX166" fmla="*/ 4000155 w 5585039"/>
              <a:gd name="connsiteY166" fmla="*/ 880632 h 2765812"/>
              <a:gd name="connsiteX167" fmla="*/ 3888193 w 5585039"/>
              <a:gd name="connsiteY167" fmla="*/ 1124461 h 2765812"/>
              <a:gd name="connsiteX168" fmla="*/ 3562259 w 5585039"/>
              <a:gd name="connsiteY168" fmla="*/ 1057284 h 2765812"/>
              <a:gd name="connsiteX169" fmla="*/ 4034988 w 5585039"/>
              <a:gd name="connsiteY169" fmla="*/ 1469677 h 2765812"/>
              <a:gd name="connsiteX170" fmla="*/ 3760059 w 5585039"/>
              <a:gd name="connsiteY170" fmla="*/ 1374509 h 2765812"/>
              <a:gd name="connsiteX171" fmla="*/ 3890681 w 5585039"/>
              <a:gd name="connsiteY171" fmla="*/ 1129437 h 2765812"/>
              <a:gd name="connsiteX172" fmla="*/ 4195467 w 5585039"/>
              <a:gd name="connsiteY172" fmla="*/ 1238289 h 2765812"/>
              <a:gd name="connsiteX173" fmla="*/ 4087859 w 5585039"/>
              <a:gd name="connsiteY173" fmla="*/ 1494558 h 2765812"/>
              <a:gd name="connsiteX174" fmla="*/ 4035609 w 5585039"/>
              <a:gd name="connsiteY174" fmla="*/ 1469677 h 2765812"/>
              <a:gd name="connsiteX175" fmla="*/ 4638961 w 5585039"/>
              <a:gd name="connsiteY175" fmla="*/ 1652549 h 2765812"/>
              <a:gd name="connsiteX176" fmla="*/ 4595420 w 5585039"/>
              <a:gd name="connsiteY176" fmla="*/ 1728434 h 2765812"/>
              <a:gd name="connsiteX177" fmla="*/ 4533841 w 5585039"/>
              <a:gd name="connsiteY177" fmla="*/ 1655659 h 2765812"/>
              <a:gd name="connsiteX178" fmla="*/ 4637717 w 5585039"/>
              <a:gd name="connsiteY178" fmla="*/ 1416806 h 2765812"/>
              <a:gd name="connsiteX179" fmla="*/ 4709248 w 5585039"/>
              <a:gd name="connsiteY179" fmla="*/ 1498290 h 2765812"/>
              <a:gd name="connsiteX180" fmla="*/ 4717956 w 5585039"/>
              <a:gd name="connsiteY180" fmla="*/ 1504510 h 2765812"/>
              <a:gd name="connsiteX181" fmla="*/ 4638961 w 5585039"/>
              <a:gd name="connsiteY181" fmla="*/ 1652549 h 2765812"/>
              <a:gd name="connsiteX182" fmla="*/ 4641449 w 5585039"/>
              <a:gd name="connsiteY182" fmla="*/ 1393170 h 2765812"/>
              <a:gd name="connsiteX183" fmla="*/ 4485324 w 5585039"/>
              <a:gd name="connsiteY183" fmla="*/ 1165514 h 2765812"/>
              <a:gd name="connsiteX184" fmla="*/ 4490922 w 5585039"/>
              <a:gd name="connsiteY184" fmla="*/ 1150585 h 2765812"/>
              <a:gd name="connsiteX185" fmla="*/ 4558099 w 5585039"/>
              <a:gd name="connsiteY185" fmla="*/ 995082 h 2765812"/>
              <a:gd name="connsiteX186" fmla="*/ 4692454 w 5585039"/>
              <a:gd name="connsiteY186" fmla="*/ 1241399 h 2765812"/>
              <a:gd name="connsiteX187" fmla="*/ 4641449 w 5585039"/>
              <a:gd name="connsiteY187" fmla="*/ 1393792 h 2765812"/>
              <a:gd name="connsiteX188" fmla="*/ 4556233 w 5585039"/>
              <a:gd name="connsiteY188" fmla="*/ 1600922 h 2765812"/>
              <a:gd name="connsiteX189" fmla="*/ 4532597 w 5585039"/>
              <a:gd name="connsiteY189" fmla="*/ 1648194 h 2765812"/>
              <a:gd name="connsiteX190" fmla="*/ 4529487 w 5585039"/>
              <a:gd name="connsiteY190" fmla="*/ 1654414 h 2765812"/>
              <a:gd name="connsiteX191" fmla="*/ 4419391 w 5585039"/>
              <a:gd name="connsiteY191" fmla="*/ 1820491 h 2765812"/>
              <a:gd name="connsiteX192" fmla="*/ 4367142 w 5585039"/>
              <a:gd name="connsiteY192" fmla="*/ 1712884 h 2765812"/>
              <a:gd name="connsiteX193" fmla="*/ 4352836 w 5585039"/>
              <a:gd name="connsiteY193" fmla="*/ 1694223 h 2765812"/>
              <a:gd name="connsiteX194" fmla="*/ 4428721 w 5585039"/>
              <a:gd name="connsiteY194" fmla="*/ 1431112 h 2765812"/>
              <a:gd name="connsiteX195" fmla="*/ 4433697 w 5585039"/>
              <a:gd name="connsiteY195" fmla="*/ 1388816 h 2765812"/>
              <a:gd name="connsiteX196" fmla="*/ 4556855 w 5585039"/>
              <a:gd name="connsiteY196" fmla="*/ 1600922 h 2765812"/>
              <a:gd name="connsiteX197" fmla="*/ 4429343 w 5585039"/>
              <a:gd name="connsiteY197" fmla="*/ 1381352 h 2765812"/>
              <a:gd name="connsiteX198" fmla="*/ 4308673 w 5585039"/>
              <a:gd name="connsiteY198" fmla="*/ 1303600 h 2765812"/>
              <a:gd name="connsiteX199" fmla="*/ 4235897 w 5585039"/>
              <a:gd name="connsiteY199" fmla="*/ 1257571 h 2765812"/>
              <a:gd name="connsiteX200" fmla="*/ 4200443 w 5585039"/>
              <a:gd name="connsiteY200" fmla="*/ 1236423 h 2765812"/>
              <a:gd name="connsiteX201" fmla="*/ 4269486 w 5585039"/>
              <a:gd name="connsiteY201" fmla="*/ 1043599 h 2765812"/>
              <a:gd name="connsiteX202" fmla="*/ 4281304 w 5585039"/>
              <a:gd name="connsiteY202" fmla="*/ 1009389 h 2765812"/>
              <a:gd name="connsiteX203" fmla="*/ 4480348 w 5585039"/>
              <a:gd name="connsiteY203" fmla="*/ 1166758 h 2765812"/>
              <a:gd name="connsiteX204" fmla="*/ 4429343 w 5585039"/>
              <a:gd name="connsiteY204" fmla="*/ 1381974 h 2765812"/>
              <a:gd name="connsiteX205" fmla="*/ 4255802 w 5585039"/>
              <a:gd name="connsiteY205" fmla="*/ 1724080 h 2765812"/>
              <a:gd name="connsiteX206" fmla="*/ 4281926 w 5585039"/>
              <a:gd name="connsiteY206" fmla="*/ 1682405 h 2765812"/>
              <a:gd name="connsiteX207" fmla="*/ 4331687 w 5585039"/>
              <a:gd name="connsiteY207" fmla="*/ 1739630 h 2765812"/>
              <a:gd name="connsiteX208" fmla="*/ 4334175 w 5585039"/>
              <a:gd name="connsiteY208" fmla="*/ 1743362 h 2765812"/>
              <a:gd name="connsiteX209" fmla="*/ 4255802 w 5585039"/>
              <a:gd name="connsiteY209" fmla="*/ 1724702 h 2765812"/>
              <a:gd name="connsiteX210" fmla="*/ 4327333 w 5585039"/>
              <a:gd name="connsiteY210" fmla="*/ 1901975 h 2765812"/>
              <a:gd name="connsiteX211" fmla="*/ 4309917 w 5585039"/>
              <a:gd name="connsiteY211" fmla="*/ 1945516 h 2765812"/>
              <a:gd name="connsiteX212" fmla="*/ 4243362 w 5585039"/>
              <a:gd name="connsiteY212" fmla="*/ 1902597 h 2765812"/>
              <a:gd name="connsiteX213" fmla="*/ 4327333 w 5585039"/>
              <a:gd name="connsiteY213" fmla="*/ 1901975 h 2765812"/>
              <a:gd name="connsiteX214" fmla="*/ 4278816 w 5585039"/>
              <a:gd name="connsiteY214" fmla="*/ 1002547 h 2765812"/>
              <a:gd name="connsiteX215" fmla="*/ 4249582 w 5585039"/>
              <a:gd name="connsiteY215" fmla="*/ 985752 h 2765812"/>
              <a:gd name="connsiteX216" fmla="*/ 4005753 w 5585039"/>
              <a:gd name="connsiteY216" fmla="*/ 877522 h 2765812"/>
              <a:gd name="connsiteX217" fmla="*/ 4054892 w 5585039"/>
              <a:gd name="connsiteY217" fmla="*/ 758096 h 2765812"/>
              <a:gd name="connsiteX218" fmla="*/ 4102787 w 5585039"/>
              <a:gd name="connsiteY218" fmla="*/ 659196 h 2765812"/>
              <a:gd name="connsiteX219" fmla="*/ 4381448 w 5585039"/>
              <a:gd name="connsiteY219" fmla="*/ 804747 h 2765812"/>
              <a:gd name="connsiteX220" fmla="*/ 4278816 w 5585039"/>
              <a:gd name="connsiteY220" fmla="*/ 1001925 h 2765812"/>
              <a:gd name="connsiteX221" fmla="*/ 4085371 w 5585039"/>
              <a:gd name="connsiteY221" fmla="*/ 1543697 h 2765812"/>
              <a:gd name="connsiteX222" fmla="*/ 4143218 w 5585039"/>
              <a:gd name="connsiteY222" fmla="*/ 1576663 h 2765812"/>
              <a:gd name="connsiteX223" fmla="*/ 4095945 w 5585039"/>
              <a:gd name="connsiteY223" fmla="*/ 1661879 h 2765812"/>
              <a:gd name="connsiteX224" fmla="*/ 3987715 w 5585039"/>
              <a:gd name="connsiteY224" fmla="*/ 1673697 h 2765812"/>
              <a:gd name="connsiteX225" fmla="*/ 4085371 w 5585039"/>
              <a:gd name="connsiteY225" fmla="*/ 1543697 h 2765812"/>
              <a:gd name="connsiteX226" fmla="*/ 4060490 w 5585039"/>
              <a:gd name="connsiteY226" fmla="*/ 2009583 h 2765812"/>
              <a:gd name="connsiteX227" fmla="*/ 4060490 w 5585039"/>
              <a:gd name="connsiteY227" fmla="*/ 2009583 h 2765812"/>
              <a:gd name="connsiteX228" fmla="*/ 3957236 w 5585039"/>
              <a:gd name="connsiteY228" fmla="*/ 1898865 h 2765812"/>
              <a:gd name="connsiteX229" fmla="*/ 3957236 w 5585039"/>
              <a:gd name="connsiteY229" fmla="*/ 1898865 h 2765812"/>
              <a:gd name="connsiteX230" fmla="*/ 3954748 w 5585039"/>
              <a:gd name="connsiteY230" fmla="*/ 1892645 h 2765812"/>
              <a:gd name="connsiteX231" fmla="*/ 3954748 w 5585039"/>
              <a:gd name="connsiteY231" fmla="*/ 1888291 h 2765812"/>
              <a:gd name="connsiteX232" fmla="*/ 4008241 w 5585039"/>
              <a:gd name="connsiteY232" fmla="*/ 1880827 h 2765812"/>
              <a:gd name="connsiteX233" fmla="*/ 4126423 w 5585039"/>
              <a:gd name="connsiteY233" fmla="*/ 1891401 h 2765812"/>
              <a:gd name="connsiteX234" fmla="*/ 4061734 w 5585039"/>
              <a:gd name="connsiteY234" fmla="*/ 2010205 h 2765812"/>
              <a:gd name="connsiteX235" fmla="*/ 4134510 w 5585039"/>
              <a:gd name="connsiteY235" fmla="*/ 1847860 h 2765812"/>
              <a:gd name="connsiteX236" fmla="*/ 4057380 w 5585039"/>
              <a:gd name="connsiteY236" fmla="*/ 1839152 h 2765812"/>
              <a:gd name="connsiteX237" fmla="*/ 4098433 w 5585039"/>
              <a:gd name="connsiteY237" fmla="*/ 1666233 h 2765812"/>
              <a:gd name="connsiteX238" fmla="*/ 4166232 w 5585039"/>
              <a:gd name="connsiteY238" fmla="*/ 1689247 h 2765812"/>
              <a:gd name="connsiteX239" fmla="*/ 4248960 w 5585039"/>
              <a:gd name="connsiteY239" fmla="*/ 1725946 h 2765812"/>
              <a:gd name="connsiteX240" fmla="*/ 4202309 w 5585039"/>
              <a:gd name="connsiteY240" fmla="*/ 1855324 h 2765812"/>
              <a:gd name="connsiteX241" fmla="*/ 4134510 w 5585039"/>
              <a:gd name="connsiteY241" fmla="*/ 1847860 h 2765812"/>
              <a:gd name="connsiteX242" fmla="*/ 4457334 w 5585039"/>
              <a:gd name="connsiteY242" fmla="*/ 2014559 h 2765812"/>
              <a:gd name="connsiteX243" fmla="*/ 4367764 w 5585039"/>
              <a:gd name="connsiteY243" fmla="*/ 2199919 h 2765812"/>
              <a:gd name="connsiteX244" fmla="*/ 4217237 w 5585039"/>
              <a:gd name="connsiteY244" fmla="*/ 2125899 h 2765812"/>
              <a:gd name="connsiteX245" fmla="*/ 4311783 w 5585039"/>
              <a:gd name="connsiteY245" fmla="*/ 1951736 h 2765812"/>
              <a:gd name="connsiteX246" fmla="*/ 4457955 w 5585039"/>
              <a:gd name="connsiteY246" fmla="*/ 2013315 h 2765812"/>
              <a:gd name="connsiteX247" fmla="*/ 4457334 w 5585039"/>
              <a:gd name="connsiteY247" fmla="*/ 2014559 h 2765812"/>
              <a:gd name="connsiteX248" fmla="*/ 4597286 w 5585039"/>
              <a:gd name="connsiteY248" fmla="*/ 1734654 h 2765812"/>
              <a:gd name="connsiteX249" fmla="*/ 4678147 w 5585039"/>
              <a:gd name="connsiteY249" fmla="*/ 1780061 h 2765812"/>
              <a:gd name="connsiteX250" fmla="*/ 4738483 w 5585039"/>
              <a:gd name="connsiteY250" fmla="*/ 1803075 h 2765812"/>
              <a:gd name="connsiteX251" fmla="*/ 4602262 w 5585039"/>
              <a:gd name="connsiteY251" fmla="*/ 2035085 h 2765812"/>
              <a:gd name="connsiteX252" fmla="*/ 4464175 w 5585039"/>
              <a:gd name="connsiteY252" fmla="*/ 2010205 h 2765812"/>
              <a:gd name="connsiteX253" fmla="*/ 4597286 w 5585039"/>
              <a:gd name="connsiteY253" fmla="*/ 1734654 h 2765812"/>
              <a:gd name="connsiteX254" fmla="*/ 4678770 w 5585039"/>
              <a:gd name="connsiteY254" fmla="*/ 2226043 h 2765812"/>
              <a:gd name="connsiteX255" fmla="*/ 4579248 w 5585039"/>
              <a:gd name="connsiteY255" fmla="*/ 2239105 h 2765812"/>
              <a:gd name="connsiteX256" fmla="*/ 4502740 w 5585039"/>
              <a:gd name="connsiteY256" fmla="*/ 2234751 h 2765812"/>
              <a:gd name="connsiteX257" fmla="*/ 4604750 w 5585039"/>
              <a:gd name="connsiteY257" fmla="*/ 2040061 h 2765812"/>
              <a:gd name="connsiteX258" fmla="*/ 4790110 w 5585039"/>
              <a:gd name="connsiteY258" fmla="*/ 2040684 h 2765812"/>
              <a:gd name="connsiteX259" fmla="*/ 4678770 w 5585039"/>
              <a:gd name="connsiteY259" fmla="*/ 2226665 h 2765812"/>
              <a:gd name="connsiteX260" fmla="*/ 4887765 w 5585039"/>
              <a:gd name="connsiteY260" fmla="*/ 2013315 h 2765812"/>
              <a:gd name="connsiteX261" fmla="*/ 4798196 w 5585039"/>
              <a:gd name="connsiteY261" fmla="*/ 2035085 h 2765812"/>
              <a:gd name="connsiteX262" fmla="*/ 4871593 w 5585039"/>
              <a:gd name="connsiteY262" fmla="*/ 1906329 h 2765812"/>
              <a:gd name="connsiteX263" fmla="*/ 4916378 w 5585039"/>
              <a:gd name="connsiteY263" fmla="*/ 1832310 h 2765812"/>
              <a:gd name="connsiteX264" fmla="*/ 5016522 w 5585039"/>
              <a:gd name="connsiteY264" fmla="*/ 1832310 h 2765812"/>
              <a:gd name="connsiteX265" fmla="*/ 4887765 w 5585039"/>
              <a:gd name="connsiteY265" fmla="*/ 2013315 h 2765812"/>
              <a:gd name="connsiteX266" fmla="*/ 4914512 w 5585039"/>
              <a:gd name="connsiteY266" fmla="*/ 1827956 h 2765812"/>
              <a:gd name="connsiteX267" fmla="*/ 4745325 w 5585039"/>
              <a:gd name="connsiteY267" fmla="*/ 1799965 h 2765812"/>
              <a:gd name="connsiteX268" fmla="*/ 4803794 w 5585039"/>
              <a:gd name="connsiteY268" fmla="*/ 1713506 h 2765812"/>
              <a:gd name="connsiteX269" fmla="*/ 4883411 w 5585039"/>
              <a:gd name="connsiteY269" fmla="*/ 1598433 h 2765812"/>
              <a:gd name="connsiteX270" fmla="*/ 4928818 w 5585039"/>
              <a:gd name="connsiteY270" fmla="*/ 1619582 h 2765812"/>
              <a:gd name="connsiteX271" fmla="*/ 4935038 w 5585039"/>
              <a:gd name="connsiteY271" fmla="*/ 1622692 h 2765812"/>
              <a:gd name="connsiteX272" fmla="*/ 5037048 w 5585039"/>
              <a:gd name="connsiteY272" fmla="*/ 1650682 h 2765812"/>
              <a:gd name="connsiteX273" fmla="*/ 4913890 w 5585039"/>
              <a:gd name="connsiteY273" fmla="*/ 1827956 h 2765812"/>
              <a:gd name="connsiteX274" fmla="*/ 5157096 w 5585039"/>
              <a:gd name="connsiteY274" fmla="*/ 1651304 h 2765812"/>
              <a:gd name="connsiteX275" fmla="*/ 5045134 w 5585039"/>
              <a:gd name="connsiteY275" fmla="*/ 1646950 h 2765812"/>
              <a:gd name="connsiteX276" fmla="*/ 5162694 w 5585039"/>
              <a:gd name="connsiteY276" fmla="*/ 1490203 h 2765812"/>
              <a:gd name="connsiteX277" fmla="*/ 5295183 w 5585039"/>
              <a:gd name="connsiteY277" fmla="*/ 1493936 h 2765812"/>
              <a:gd name="connsiteX278" fmla="*/ 5157096 w 5585039"/>
              <a:gd name="connsiteY278" fmla="*/ 1651304 h 2765812"/>
              <a:gd name="connsiteX279" fmla="*/ 5077479 w 5585039"/>
              <a:gd name="connsiteY279" fmla="*/ 1267523 h 2765812"/>
              <a:gd name="connsiteX280" fmla="*/ 5223029 w 5585039"/>
              <a:gd name="connsiteY280" fmla="*/ 1314174 h 2765812"/>
              <a:gd name="connsiteX281" fmla="*/ 5283365 w 5585039"/>
              <a:gd name="connsiteY281" fmla="*/ 1329103 h 2765812"/>
              <a:gd name="connsiteX282" fmla="*/ 5160206 w 5585039"/>
              <a:gd name="connsiteY282" fmla="*/ 1485849 h 2765812"/>
              <a:gd name="connsiteX283" fmla="*/ 4978579 w 5585039"/>
              <a:gd name="connsiteY283" fmla="*/ 1447285 h 2765812"/>
              <a:gd name="connsiteX284" fmla="*/ 5077479 w 5585039"/>
              <a:gd name="connsiteY284" fmla="*/ 1267523 h 2765812"/>
              <a:gd name="connsiteX285" fmla="*/ 4882167 w 5585039"/>
              <a:gd name="connsiteY285" fmla="*/ 1592835 h 2765812"/>
              <a:gd name="connsiteX286" fmla="*/ 4722932 w 5585039"/>
              <a:gd name="connsiteY286" fmla="*/ 1502644 h 2765812"/>
              <a:gd name="connsiteX287" fmla="*/ 4792598 w 5585039"/>
              <a:gd name="connsiteY287" fmla="*/ 1345897 h 2765812"/>
              <a:gd name="connsiteX288" fmla="*/ 4845469 w 5585039"/>
              <a:gd name="connsiteY288" fmla="*/ 1385084 h 2765812"/>
              <a:gd name="connsiteX289" fmla="*/ 4972359 w 5585039"/>
              <a:gd name="connsiteY289" fmla="*/ 1449773 h 2765812"/>
              <a:gd name="connsiteX290" fmla="*/ 4882167 w 5585039"/>
              <a:gd name="connsiteY290" fmla="*/ 1593457 h 2765812"/>
              <a:gd name="connsiteX291" fmla="*/ 4863507 w 5585039"/>
              <a:gd name="connsiteY291" fmla="*/ 1155561 h 2765812"/>
              <a:gd name="connsiteX292" fmla="*/ 4790731 w 5585039"/>
              <a:gd name="connsiteY292" fmla="*/ 1338433 h 2765812"/>
              <a:gd name="connsiteX293" fmla="*/ 4698674 w 5585039"/>
              <a:gd name="connsiteY293" fmla="*/ 1233935 h 2765812"/>
              <a:gd name="connsiteX294" fmla="*/ 4703650 w 5585039"/>
              <a:gd name="connsiteY294" fmla="*/ 1217763 h 2765812"/>
              <a:gd name="connsiteX295" fmla="*/ 4709870 w 5585039"/>
              <a:gd name="connsiteY295" fmla="*/ 1198480 h 2765812"/>
              <a:gd name="connsiteX296" fmla="*/ 4763985 w 5585039"/>
              <a:gd name="connsiteY296" fmla="*/ 1067858 h 2765812"/>
              <a:gd name="connsiteX297" fmla="*/ 4863507 w 5585039"/>
              <a:gd name="connsiteY297" fmla="*/ 1154939 h 2765812"/>
              <a:gd name="connsiteX298" fmla="*/ 4777047 w 5585039"/>
              <a:gd name="connsiteY298" fmla="*/ 554698 h 2765812"/>
              <a:gd name="connsiteX299" fmla="*/ 4787622 w 5585039"/>
              <a:gd name="connsiteY299" fmla="*/ 574603 h 2765812"/>
              <a:gd name="connsiteX300" fmla="*/ 4783890 w 5585039"/>
              <a:gd name="connsiteY300" fmla="*/ 982642 h 2765812"/>
              <a:gd name="connsiteX301" fmla="*/ 4676281 w 5585039"/>
              <a:gd name="connsiteY301" fmla="*/ 750632 h 2765812"/>
              <a:gd name="connsiteX302" fmla="*/ 4777047 w 5585039"/>
              <a:gd name="connsiteY302" fmla="*/ 554698 h 2765812"/>
              <a:gd name="connsiteX303" fmla="*/ 4670683 w 5585039"/>
              <a:gd name="connsiteY303" fmla="*/ 750632 h 2765812"/>
              <a:gd name="connsiteX304" fmla="*/ 4556855 w 5585039"/>
              <a:gd name="connsiteY304" fmla="*/ 986374 h 2765812"/>
              <a:gd name="connsiteX305" fmla="*/ 4494032 w 5585039"/>
              <a:gd name="connsiteY305" fmla="*/ 903647 h 2765812"/>
              <a:gd name="connsiteX306" fmla="*/ 4386424 w 5585039"/>
              <a:gd name="connsiteY306" fmla="*/ 804125 h 2765812"/>
              <a:gd name="connsiteX307" fmla="*/ 4430587 w 5585039"/>
              <a:gd name="connsiteY307" fmla="*/ 726995 h 2765812"/>
              <a:gd name="connsiteX308" fmla="*/ 4518291 w 5585039"/>
              <a:gd name="connsiteY308" fmla="*/ 570249 h 2765812"/>
              <a:gd name="connsiteX309" fmla="*/ 4623411 w 5585039"/>
              <a:gd name="connsiteY309" fmla="*/ 675991 h 2765812"/>
              <a:gd name="connsiteX310" fmla="*/ 4670061 w 5585039"/>
              <a:gd name="connsiteY310" fmla="*/ 750632 h 2765812"/>
              <a:gd name="connsiteX311" fmla="*/ 4366520 w 5585039"/>
              <a:gd name="connsiteY311" fmla="*/ 248047 h 2765812"/>
              <a:gd name="connsiteX312" fmla="*/ 4558721 w 5585039"/>
              <a:gd name="connsiteY312" fmla="*/ 343836 h 2765812"/>
              <a:gd name="connsiteX313" fmla="*/ 4605372 w 5585039"/>
              <a:gd name="connsiteY313" fmla="*/ 375559 h 2765812"/>
              <a:gd name="connsiteX314" fmla="*/ 4517668 w 5585039"/>
              <a:gd name="connsiteY314" fmla="*/ 564029 h 2765812"/>
              <a:gd name="connsiteX315" fmla="*/ 4250204 w 5585039"/>
              <a:gd name="connsiteY315" fmla="*/ 420344 h 2765812"/>
              <a:gd name="connsiteX316" fmla="*/ 4366520 w 5585039"/>
              <a:gd name="connsiteY316" fmla="*/ 248047 h 2765812"/>
              <a:gd name="connsiteX317" fmla="*/ 4100921 w 5585039"/>
              <a:gd name="connsiteY317" fmla="*/ 653598 h 2765812"/>
              <a:gd name="connsiteX318" fmla="*/ 3965944 w 5585039"/>
              <a:gd name="connsiteY318" fmla="*/ 603837 h 2765812"/>
              <a:gd name="connsiteX319" fmla="*/ 3890681 w 5585039"/>
              <a:gd name="connsiteY319" fmla="*/ 579579 h 2765812"/>
              <a:gd name="connsiteX320" fmla="*/ 4021303 w 5585039"/>
              <a:gd name="connsiteY320" fmla="*/ 343214 h 2765812"/>
              <a:gd name="connsiteX321" fmla="*/ 4243362 w 5585039"/>
              <a:gd name="connsiteY321" fmla="*/ 422832 h 2765812"/>
              <a:gd name="connsiteX322" fmla="*/ 4100921 w 5585039"/>
              <a:gd name="connsiteY322" fmla="*/ 654220 h 2765812"/>
              <a:gd name="connsiteX323" fmla="*/ 3906853 w 5585039"/>
              <a:gd name="connsiteY323" fmla="*/ 136085 h 2765812"/>
              <a:gd name="connsiteX324" fmla="*/ 4104031 w 5585039"/>
              <a:gd name="connsiteY324" fmla="*/ 173405 h 2765812"/>
              <a:gd name="connsiteX325" fmla="*/ 4018815 w 5585039"/>
              <a:gd name="connsiteY325" fmla="*/ 336994 h 2765812"/>
              <a:gd name="connsiteX326" fmla="*/ 3804221 w 5585039"/>
              <a:gd name="connsiteY326" fmla="*/ 277281 h 2765812"/>
              <a:gd name="connsiteX327" fmla="*/ 3906231 w 5585039"/>
              <a:gd name="connsiteY327" fmla="*/ 135463 h 2765812"/>
              <a:gd name="connsiteX328" fmla="*/ 3633790 w 5585039"/>
              <a:gd name="connsiteY328" fmla="*/ 514268 h 2765812"/>
              <a:gd name="connsiteX329" fmla="*/ 3884461 w 5585039"/>
              <a:gd name="connsiteY329" fmla="*/ 582067 h 2765812"/>
              <a:gd name="connsiteX330" fmla="*/ 3751972 w 5585039"/>
              <a:gd name="connsiteY330" fmla="*/ 800393 h 2765812"/>
              <a:gd name="connsiteX331" fmla="*/ 3457139 w 5585039"/>
              <a:gd name="connsiteY331" fmla="*/ 758096 h 2765812"/>
              <a:gd name="connsiteX332" fmla="*/ 3633790 w 5585039"/>
              <a:gd name="connsiteY332" fmla="*/ 513646 h 2765812"/>
              <a:gd name="connsiteX333" fmla="*/ 3266804 w 5585039"/>
              <a:gd name="connsiteY333" fmla="*/ 1021829 h 2765812"/>
              <a:gd name="connsiteX334" fmla="*/ 3553551 w 5585039"/>
              <a:gd name="connsiteY334" fmla="*/ 1060394 h 2765812"/>
              <a:gd name="connsiteX335" fmla="*/ 3391206 w 5585039"/>
              <a:gd name="connsiteY335" fmla="*/ 1302356 h 2765812"/>
              <a:gd name="connsiteX336" fmla="*/ 3081444 w 5585039"/>
              <a:gd name="connsiteY336" fmla="*/ 1278720 h 2765812"/>
              <a:gd name="connsiteX337" fmla="*/ 3266804 w 5585039"/>
              <a:gd name="connsiteY337" fmla="*/ 1021829 h 2765812"/>
              <a:gd name="connsiteX338" fmla="*/ 2882401 w 5585039"/>
              <a:gd name="connsiteY338" fmla="*/ 1577907 h 2765812"/>
              <a:gd name="connsiteX339" fmla="*/ 2925319 w 5585039"/>
              <a:gd name="connsiteY339" fmla="*/ 1520060 h 2765812"/>
              <a:gd name="connsiteX340" fmla="*/ 2963262 w 5585039"/>
              <a:gd name="connsiteY340" fmla="*/ 1469677 h 2765812"/>
              <a:gd name="connsiteX341" fmla="*/ 2927807 w 5585039"/>
              <a:gd name="connsiteY341" fmla="*/ 1521304 h 2765812"/>
              <a:gd name="connsiteX342" fmla="*/ 2886755 w 5585039"/>
              <a:gd name="connsiteY342" fmla="*/ 1580395 h 2765812"/>
              <a:gd name="connsiteX343" fmla="*/ 2852544 w 5585039"/>
              <a:gd name="connsiteY343" fmla="*/ 1629534 h 2765812"/>
              <a:gd name="connsiteX344" fmla="*/ 2848190 w 5585039"/>
              <a:gd name="connsiteY344" fmla="*/ 1623936 h 2765812"/>
              <a:gd name="connsiteX345" fmla="*/ 2883023 w 5585039"/>
              <a:gd name="connsiteY345" fmla="*/ 1577285 h 2765812"/>
              <a:gd name="connsiteX346" fmla="*/ 2129145 w 5585039"/>
              <a:gd name="connsiteY346" fmla="*/ 758718 h 2765812"/>
              <a:gd name="connsiteX347" fmla="*/ 1834311 w 5585039"/>
              <a:gd name="connsiteY347" fmla="*/ 801015 h 2765812"/>
              <a:gd name="connsiteX348" fmla="*/ 1701823 w 5585039"/>
              <a:gd name="connsiteY348" fmla="*/ 582689 h 2765812"/>
              <a:gd name="connsiteX349" fmla="*/ 1952494 w 5585039"/>
              <a:gd name="connsiteY349" fmla="*/ 514890 h 2765812"/>
              <a:gd name="connsiteX350" fmla="*/ 2129145 w 5585039"/>
              <a:gd name="connsiteY350" fmla="*/ 759340 h 2765812"/>
              <a:gd name="connsiteX351" fmla="*/ 1678809 w 5585039"/>
              <a:gd name="connsiteY351" fmla="*/ 136085 h 2765812"/>
              <a:gd name="connsiteX352" fmla="*/ 1780818 w 5585039"/>
              <a:gd name="connsiteY352" fmla="*/ 277903 h 2765812"/>
              <a:gd name="connsiteX353" fmla="*/ 1566225 w 5585039"/>
              <a:gd name="connsiteY353" fmla="*/ 337616 h 2765812"/>
              <a:gd name="connsiteX354" fmla="*/ 1481009 w 5585039"/>
              <a:gd name="connsiteY354" fmla="*/ 174027 h 2765812"/>
              <a:gd name="connsiteX355" fmla="*/ 1678187 w 5585039"/>
              <a:gd name="connsiteY355" fmla="*/ 136707 h 2765812"/>
              <a:gd name="connsiteX356" fmla="*/ 1564359 w 5585039"/>
              <a:gd name="connsiteY356" fmla="*/ 342592 h 2765812"/>
              <a:gd name="connsiteX357" fmla="*/ 1694981 w 5585039"/>
              <a:gd name="connsiteY357" fmla="*/ 578957 h 2765812"/>
              <a:gd name="connsiteX358" fmla="*/ 1619718 w 5585039"/>
              <a:gd name="connsiteY358" fmla="*/ 603215 h 2765812"/>
              <a:gd name="connsiteX359" fmla="*/ 1484741 w 5585039"/>
              <a:gd name="connsiteY359" fmla="*/ 652976 h 2765812"/>
              <a:gd name="connsiteX360" fmla="*/ 1342301 w 5585039"/>
              <a:gd name="connsiteY360" fmla="*/ 421588 h 2765812"/>
              <a:gd name="connsiteX361" fmla="*/ 1564359 w 5585039"/>
              <a:gd name="connsiteY361" fmla="*/ 341970 h 2765812"/>
              <a:gd name="connsiteX362" fmla="*/ 948567 w 5585039"/>
              <a:gd name="connsiteY362" fmla="*/ 1416184 h 2765812"/>
              <a:gd name="connsiteX363" fmla="*/ 1052443 w 5585039"/>
              <a:gd name="connsiteY363" fmla="*/ 1655036 h 2765812"/>
              <a:gd name="connsiteX364" fmla="*/ 990864 w 5585039"/>
              <a:gd name="connsiteY364" fmla="*/ 1727812 h 2765812"/>
              <a:gd name="connsiteX365" fmla="*/ 947323 w 5585039"/>
              <a:gd name="connsiteY365" fmla="*/ 1651926 h 2765812"/>
              <a:gd name="connsiteX366" fmla="*/ 868328 w 5585039"/>
              <a:gd name="connsiteY366" fmla="*/ 1503888 h 2765812"/>
              <a:gd name="connsiteX367" fmla="*/ 877036 w 5585039"/>
              <a:gd name="connsiteY367" fmla="*/ 1497668 h 2765812"/>
              <a:gd name="connsiteX368" fmla="*/ 948567 w 5585039"/>
              <a:gd name="connsiteY368" fmla="*/ 1416184 h 2765812"/>
              <a:gd name="connsiteX369" fmla="*/ 893830 w 5585039"/>
              <a:gd name="connsiteY369" fmla="*/ 1240777 h 2765812"/>
              <a:gd name="connsiteX370" fmla="*/ 1028185 w 5585039"/>
              <a:gd name="connsiteY370" fmla="*/ 994460 h 2765812"/>
              <a:gd name="connsiteX371" fmla="*/ 1095362 w 5585039"/>
              <a:gd name="connsiteY371" fmla="*/ 1149963 h 2765812"/>
              <a:gd name="connsiteX372" fmla="*/ 1100960 w 5585039"/>
              <a:gd name="connsiteY372" fmla="*/ 1164892 h 2765812"/>
              <a:gd name="connsiteX373" fmla="*/ 944835 w 5585039"/>
              <a:gd name="connsiteY373" fmla="*/ 1392548 h 2765812"/>
              <a:gd name="connsiteX374" fmla="*/ 893830 w 5585039"/>
              <a:gd name="connsiteY374" fmla="*/ 1240155 h 2765812"/>
              <a:gd name="connsiteX375" fmla="*/ 908137 w 5585039"/>
              <a:gd name="connsiteY375" fmla="*/ 1780061 h 2765812"/>
              <a:gd name="connsiteX376" fmla="*/ 988998 w 5585039"/>
              <a:gd name="connsiteY376" fmla="*/ 1734654 h 2765812"/>
              <a:gd name="connsiteX377" fmla="*/ 1122109 w 5585039"/>
              <a:gd name="connsiteY377" fmla="*/ 2010205 h 2765812"/>
              <a:gd name="connsiteX378" fmla="*/ 984022 w 5585039"/>
              <a:gd name="connsiteY378" fmla="*/ 2035085 h 2765812"/>
              <a:gd name="connsiteX379" fmla="*/ 847801 w 5585039"/>
              <a:gd name="connsiteY379" fmla="*/ 1803075 h 2765812"/>
              <a:gd name="connsiteX380" fmla="*/ 908137 w 5585039"/>
              <a:gd name="connsiteY380" fmla="*/ 1780061 h 2765812"/>
              <a:gd name="connsiteX381" fmla="*/ 1056797 w 5585039"/>
              <a:gd name="connsiteY381" fmla="*/ 1655036 h 2765812"/>
              <a:gd name="connsiteX382" fmla="*/ 1053687 w 5585039"/>
              <a:gd name="connsiteY382" fmla="*/ 1648816 h 2765812"/>
              <a:gd name="connsiteX383" fmla="*/ 1030051 w 5585039"/>
              <a:gd name="connsiteY383" fmla="*/ 1601543 h 2765812"/>
              <a:gd name="connsiteX384" fmla="*/ 1153209 w 5585039"/>
              <a:gd name="connsiteY384" fmla="*/ 1389438 h 2765812"/>
              <a:gd name="connsiteX385" fmla="*/ 1158185 w 5585039"/>
              <a:gd name="connsiteY385" fmla="*/ 1431734 h 2765812"/>
              <a:gd name="connsiteX386" fmla="*/ 1233449 w 5585039"/>
              <a:gd name="connsiteY386" fmla="*/ 1694845 h 2765812"/>
              <a:gd name="connsiteX387" fmla="*/ 1219142 w 5585039"/>
              <a:gd name="connsiteY387" fmla="*/ 1713506 h 2765812"/>
              <a:gd name="connsiteX388" fmla="*/ 1166893 w 5585039"/>
              <a:gd name="connsiteY388" fmla="*/ 1821114 h 2765812"/>
              <a:gd name="connsiteX389" fmla="*/ 1056797 w 5585039"/>
              <a:gd name="connsiteY389" fmla="*/ 1655036 h 2765812"/>
              <a:gd name="connsiteX390" fmla="*/ 1276989 w 5585039"/>
              <a:gd name="connsiteY390" fmla="*/ 1303600 h 2765812"/>
              <a:gd name="connsiteX391" fmla="*/ 1156319 w 5585039"/>
              <a:gd name="connsiteY391" fmla="*/ 1381352 h 2765812"/>
              <a:gd name="connsiteX392" fmla="*/ 1105314 w 5585039"/>
              <a:gd name="connsiteY392" fmla="*/ 1166136 h 2765812"/>
              <a:gd name="connsiteX393" fmla="*/ 1304358 w 5585039"/>
              <a:gd name="connsiteY393" fmla="*/ 1008767 h 2765812"/>
              <a:gd name="connsiteX394" fmla="*/ 1316176 w 5585039"/>
              <a:gd name="connsiteY394" fmla="*/ 1042977 h 2765812"/>
              <a:gd name="connsiteX395" fmla="*/ 1385219 w 5585039"/>
              <a:gd name="connsiteY395" fmla="*/ 1235801 h 2765812"/>
              <a:gd name="connsiteX396" fmla="*/ 1349765 w 5585039"/>
              <a:gd name="connsiteY396" fmla="*/ 1256949 h 2765812"/>
              <a:gd name="connsiteX397" fmla="*/ 1276989 w 5585039"/>
              <a:gd name="connsiteY397" fmla="*/ 1302978 h 2765812"/>
              <a:gd name="connsiteX398" fmla="*/ 1330482 w 5585039"/>
              <a:gd name="connsiteY398" fmla="*/ 1724080 h 2765812"/>
              <a:gd name="connsiteX399" fmla="*/ 1252109 w 5585039"/>
              <a:gd name="connsiteY399" fmla="*/ 1742740 h 2765812"/>
              <a:gd name="connsiteX400" fmla="*/ 1254597 w 5585039"/>
              <a:gd name="connsiteY400" fmla="*/ 1739008 h 2765812"/>
              <a:gd name="connsiteX401" fmla="*/ 1304358 w 5585039"/>
              <a:gd name="connsiteY401" fmla="*/ 1681783 h 2765812"/>
              <a:gd name="connsiteX402" fmla="*/ 1330482 w 5585039"/>
              <a:gd name="connsiteY402" fmla="*/ 1723458 h 2765812"/>
              <a:gd name="connsiteX403" fmla="*/ 1336080 w 5585039"/>
              <a:gd name="connsiteY403" fmla="*/ 985752 h 2765812"/>
              <a:gd name="connsiteX404" fmla="*/ 1306846 w 5585039"/>
              <a:gd name="connsiteY404" fmla="*/ 1002547 h 2765812"/>
              <a:gd name="connsiteX405" fmla="*/ 1204214 w 5585039"/>
              <a:gd name="connsiteY405" fmla="*/ 805369 h 2765812"/>
              <a:gd name="connsiteX406" fmla="*/ 1482875 w 5585039"/>
              <a:gd name="connsiteY406" fmla="*/ 659818 h 2765812"/>
              <a:gd name="connsiteX407" fmla="*/ 1530770 w 5585039"/>
              <a:gd name="connsiteY407" fmla="*/ 758718 h 2765812"/>
              <a:gd name="connsiteX408" fmla="*/ 1579909 w 5585039"/>
              <a:gd name="connsiteY408" fmla="*/ 878144 h 2765812"/>
              <a:gd name="connsiteX409" fmla="*/ 1336080 w 5585039"/>
              <a:gd name="connsiteY409" fmla="*/ 986374 h 2765812"/>
              <a:gd name="connsiteX410" fmla="*/ 1027563 w 5585039"/>
              <a:gd name="connsiteY410" fmla="*/ 343214 h 2765812"/>
              <a:gd name="connsiteX411" fmla="*/ 1219764 w 5585039"/>
              <a:gd name="connsiteY411" fmla="*/ 247425 h 2765812"/>
              <a:gd name="connsiteX412" fmla="*/ 1336080 w 5585039"/>
              <a:gd name="connsiteY412" fmla="*/ 419722 h 2765812"/>
              <a:gd name="connsiteX413" fmla="*/ 1068616 w 5585039"/>
              <a:gd name="connsiteY413" fmla="*/ 563407 h 2765812"/>
              <a:gd name="connsiteX414" fmla="*/ 980912 w 5585039"/>
              <a:gd name="connsiteY414" fmla="*/ 374937 h 2765812"/>
              <a:gd name="connsiteX415" fmla="*/ 1027563 w 5585039"/>
              <a:gd name="connsiteY415" fmla="*/ 343214 h 2765812"/>
              <a:gd name="connsiteX416" fmla="*/ 961630 w 5585039"/>
              <a:gd name="connsiteY416" fmla="*/ 675991 h 2765812"/>
              <a:gd name="connsiteX417" fmla="*/ 1066749 w 5585039"/>
              <a:gd name="connsiteY417" fmla="*/ 570249 h 2765812"/>
              <a:gd name="connsiteX418" fmla="*/ 1154453 w 5585039"/>
              <a:gd name="connsiteY418" fmla="*/ 726995 h 2765812"/>
              <a:gd name="connsiteX419" fmla="*/ 1198616 w 5585039"/>
              <a:gd name="connsiteY419" fmla="*/ 804125 h 2765812"/>
              <a:gd name="connsiteX420" fmla="*/ 1091008 w 5585039"/>
              <a:gd name="connsiteY420" fmla="*/ 903647 h 2765812"/>
              <a:gd name="connsiteX421" fmla="*/ 1028185 w 5585039"/>
              <a:gd name="connsiteY421" fmla="*/ 986374 h 2765812"/>
              <a:gd name="connsiteX422" fmla="*/ 914357 w 5585039"/>
              <a:gd name="connsiteY422" fmla="*/ 750632 h 2765812"/>
              <a:gd name="connsiteX423" fmla="*/ 961008 w 5585039"/>
              <a:gd name="connsiteY423" fmla="*/ 675991 h 2765812"/>
              <a:gd name="connsiteX424" fmla="*/ 798663 w 5585039"/>
              <a:gd name="connsiteY424" fmla="*/ 573981 h 2765812"/>
              <a:gd name="connsiteX425" fmla="*/ 809237 w 5585039"/>
              <a:gd name="connsiteY425" fmla="*/ 554076 h 2765812"/>
              <a:gd name="connsiteX426" fmla="*/ 910003 w 5585039"/>
              <a:gd name="connsiteY426" fmla="*/ 750010 h 2765812"/>
              <a:gd name="connsiteX427" fmla="*/ 802395 w 5585039"/>
              <a:gd name="connsiteY427" fmla="*/ 982020 h 2765812"/>
              <a:gd name="connsiteX428" fmla="*/ 798663 w 5585039"/>
              <a:gd name="connsiteY428" fmla="*/ 573981 h 2765812"/>
              <a:gd name="connsiteX429" fmla="*/ 821677 w 5585039"/>
              <a:gd name="connsiteY429" fmla="*/ 1068480 h 2765812"/>
              <a:gd name="connsiteX430" fmla="*/ 875792 w 5585039"/>
              <a:gd name="connsiteY430" fmla="*/ 1199102 h 2765812"/>
              <a:gd name="connsiteX431" fmla="*/ 882012 w 5585039"/>
              <a:gd name="connsiteY431" fmla="*/ 1218384 h 2765812"/>
              <a:gd name="connsiteX432" fmla="*/ 886988 w 5585039"/>
              <a:gd name="connsiteY432" fmla="*/ 1234557 h 2765812"/>
              <a:gd name="connsiteX433" fmla="*/ 794930 w 5585039"/>
              <a:gd name="connsiteY433" fmla="*/ 1339055 h 2765812"/>
              <a:gd name="connsiteX434" fmla="*/ 722155 w 5585039"/>
              <a:gd name="connsiteY434" fmla="*/ 1156183 h 2765812"/>
              <a:gd name="connsiteX435" fmla="*/ 821677 w 5585039"/>
              <a:gd name="connsiteY435" fmla="*/ 1069102 h 2765812"/>
              <a:gd name="connsiteX436" fmla="*/ 740193 w 5585039"/>
              <a:gd name="connsiteY436" fmla="*/ 1385084 h 2765812"/>
              <a:gd name="connsiteX437" fmla="*/ 793064 w 5585039"/>
              <a:gd name="connsiteY437" fmla="*/ 1345897 h 2765812"/>
              <a:gd name="connsiteX438" fmla="*/ 862730 w 5585039"/>
              <a:gd name="connsiteY438" fmla="*/ 1502644 h 2765812"/>
              <a:gd name="connsiteX439" fmla="*/ 703495 w 5585039"/>
              <a:gd name="connsiteY439" fmla="*/ 1592835 h 2765812"/>
              <a:gd name="connsiteX440" fmla="*/ 613303 w 5585039"/>
              <a:gd name="connsiteY440" fmla="*/ 1449151 h 2765812"/>
              <a:gd name="connsiteX441" fmla="*/ 739572 w 5585039"/>
              <a:gd name="connsiteY441" fmla="*/ 1384462 h 2765812"/>
              <a:gd name="connsiteX442" fmla="*/ 362633 w 5585039"/>
              <a:gd name="connsiteY442" fmla="*/ 1314174 h 2765812"/>
              <a:gd name="connsiteX443" fmla="*/ 508183 w 5585039"/>
              <a:gd name="connsiteY443" fmla="*/ 1267523 h 2765812"/>
              <a:gd name="connsiteX444" fmla="*/ 607083 w 5585039"/>
              <a:gd name="connsiteY444" fmla="*/ 1447285 h 2765812"/>
              <a:gd name="connsiteX445" fmla="*/ 425456 w 5585039"/>
              <a:gd name="connsiteY445" fmla="*/ 1485849 h 2765812"/>
              <a:gd name="connsiteX446" fmla="*/ 302298 w 5585039"/>
              <a:gd name="connsiteY446" fmla="*/ 1329103 h 2765812"/>
              <a:gd name="connsiteX447" fmla="*/ 362633 w 5585039"/>
              <a:gd name="connsiteY447" fmla="*/ 1314174 h 2765812"/>
              <a:gd name="connsiteX448" fmla="*/ 429188 w 5585039"/>
              <a:gd name="connsiteY448" fmla="*/ 1651304 h 2765812"/>
              <a:gd name="connsiteX449" fmla="*/ 291101 w 5585039"/>
              <a:gd name="connsiteY449" fmla="*/ 1493936 h 2765812"/>
              <a:gd name="connsiteX450" fmla="*/ 423590 w 5585039"/>
              <a:gd name="connsiteY450" fmla="*/ 1490203 h 2765812"/>
              <a:gd name="connsiteX451" fmla="*/ 541150 w 5585039"/>
              <a:gd name="connsiteY451" fmla="*/ 1646950 h 2765812"/>
              <a:gd name="connsiteX452" fmla="*/ 429188 w 5585039"/>
              <a:gd name="connsiteY452" fmla="*/ 1651304 h 2765812"/>
              <a:gd name="connsiteX453" fmla="*/ 650624 w 5585039"/>
              <a:gd name="connsiteY453" fmla="*/ 1622692 h 2765812"/>
              <a:gd name="connsiteX454" fmla="*/ 656844 w 5585039"/>
              <a:gd name="connsiteY454" fmla="*/ 1619582 h 2765812"/>
              <a:gd name="connsiteX455" fmla="*/ 702251 w 5585039"/>
              <a:gd name="connsiteY455" fmla="*/ 1598433 h 2765812"/>
              <a:gd name="connsiteX456" fmla="*/ 781868 w 5585039"/>
              <a:gd name="connsiteY456" fmla="*/ 1713506 h 2765812"/>
              <a:gd name="connsiteX457" fmla="*/ 840337 w 5585039"/>
              <a:gd name="connsiteY457" fmla="*/ 1799965 h 2765812"/>
              <a:gd name="connsiteX458" fmla="*/ 671150 w 5585039"/>
              <a:gd name="connsiteY458" fmla="*/ 1827956 h 2765812"/>
              <a:gd name="connsiteX459" fmla="*/ 547992 w 5585039"/>
              <a:gd name="connsiteY459" fmla="*/ 1650682 h 2765812"/>
              <a:gd name="connsiteX460" fmla="*/ 650002 w 5585039"/>
              <a:gd name="connsiteY460" fmla="*/ 1622692 h 2765812"/>
              <a:gd name="connsiteX461" fmla="*/ 698519 w 5585039"/>
              <a:gd name="connsiteY461" fmla="*/ 2013315 h 2765812"/>
              <a:gd name="connsiteX462" fmla="*/ 569762 w 5585039"/>
              <a:gd name="connsiteY462" fmla="*/ 1832310 h 2765812"/>
              <a:gd name="connsiteX463" fmla="*/ 669906 w 5585039"/>
              <a:gd name="connsiteY463" fmla="*/ 1832310 h 2765812"/>
              <a:gd name="connsiteX464" fmla="*/ 714691 w 5585039"/>
              <a:gd name="connsiteY464" fmla="*/ 1906329 h 2765812"/>
              <a:gd name="connsiteX465" fmla="*/ 788088 w 5585039"/>
              <a:gd name="connsiteY465" fmla="*/ 2035085 h 2765812"/>
              <a:gd name="connsiteX466" fmla="*/ 698519 w 5585039"/>
              <a:gd name="connsiteY466" fmla="*/ 2013315 h 2765812"/>
              <a:gd name="connsiteX467" fmla="*/ 1082922 w 5585039"/>
              <a:gd name="connsiteY467" fmla="*/ 2234129 h 2765812"/>
              <a:gd name="connsiteX468" fmla="*/ 1006414 w 5585039"/>
              <a:gd name="connsiteY468" fmla="*/ 2238483 h 2765812"/>
              <a:gd name="connsiteX469" fmla="*/ 906893 w 5585039"/>
              <a:gd name="connsiteY469" fmla="*/ 2225421 h 2765812"/>
              <a:gd name="connsiteX470" fmla="*/ 796175 w 5585039"/>
              <a:gd name="connsiteY470" fmla="*/ 2039440 h 2765812"/>
              <a:gd name="connsiteX471" fmla="*/ 981534 w 5585039"/>
              <a:gd name="connsiteY471" fmla="*/ 2038818 h 2765812"/>
              <a:gd name="connsiteX472" fmla="*/ 1083544 w 5585039"/>
              <a:gd name="connsiteY472" fmla="*/ 2233507 h 2765812"/>
              <a:gd name="connsiteX473" fmla="*/ 1368425 w 5585039"/>
              <a:gd name="connsiteY473" fmla="*/ 2125277 h 2765812"/>
              <a:gd name="connsiteX474" fmla="*/ 1217898 w 5585039"/>
              <a:gd name="connsiteY474" fmla="*/ 2199296 h 2765812"/>
              <a:gd name="connsiteX475" fmla="*/ 1128329 w 5585039"/>
              <a:gd name="connsiteY475" fmla="*/ 2013937 h 2765812"/>
              <a:gd name="connsiteX476" fmla="*/ 1127707 w 5585039"/>
              <a:gd name="connsiteY476" fmla="*/ 2012693 h 2765812"/>
              <a:gd name="connsiteX477" fmla="*/ 1273879 w 5585039"/>
              <a:gd name="connsiteY477" fmla="*/ 1951114 h 2765812"/>
              <a:gd name="connsiteX478" fmla="*/ 1368425 w 5585039"/>
              <a:gd name="connsiteY478" fmla="*/ 2125277 h 2765812"/>
              <a:gd name="connsiteX479" fmla="*/ 1275745 w 5585039"/>
              <a:gd name="connsiteY479" fmla="*/ 1945516 h 2765812"/>
              <a:gd name="connsiteX480" fmla="*/ 1258329 w 5585039"/>
              <a:gd name="connsiteY480" fmla="*/ 1901975 h 2765812"/>
              <a:gd name="connsiteX481" fmla="*/ 1342301 w 5585039"/>
              <a:gd name="connsiteY481" fmla="*/ 1902597 h 2765812"/>
              <a:gd name="connsiteX482" fmla="*/ 1275745 w 5585039"/>
              <a:gd name="connsiteY482" fmla="*/ 1945516 h 2765812"/>
              <a:gd name="connsiteX483" fmla="*/ 1383353 w 5585039"/>
              <a:gd name="connsiteY483" fmla="*/ 1855324 h 2765812"/>
              <a:gd name="connsiteX484" fmla="*/ 1336702 w 5585039"/>
              <a:gd name="connsiteY484" fmla="*/ 1725946 h 2765812"/>
              <a:gd name="connsiteX485" fmla="*/ 1419430 w 5585039"/>
              <a:gd name="connsiteY485" fmla="*/ 1689247 h 2765812"/>
              <a:gd name="connsiteX486" fmla="*/ 1487229 w 5585039"/>
              <a:gd name="connsiteY486" fmla="*/ 1666233 h 2765812"/>
              <a:gd name="connsiteX487" fmla="*/ 1528282 w 5585039"/>
              <a:gd name="connsiteY487" fmla="*/ 1839152 h 2765812"/>
              <a:gd name="connsiteX488" fmla="*/ 1451152 w 5585039"/>
              <a:gd name="connsiteY488" fmla="*/ 1847860 h 2765812"/>
              <a:gd name="connsiteX489" fmla="*/ 1383353 w 5585039"/>
              <a:gd name="connsiteY489" fmla="*/ 1855324 h 2765812"/>
              <a:gd name="connsiteX490" fmla="*/ 1632158 w 5585039"/>
              <a:gd name="connsiteY490" fmla="*/ 1892023 h 2765812"/>
              <a:gd name="connsiteX491" fmla="*/ 1629670 w 5585039"/>
              <a:gd name="connsiteY491" fmla="*/ 1898243 h 2765812"/>
              <a:gd name="connsiteX492" fmla="*/ 1629670 w 5585039"/>
              <a:gd name="connsiteY492" fmla="*/ 1898243 h 2765812"/>
              <a:gd name="connsiteX493" fmla="*/ 1526416 w 5585039"/>
              <a:gd name="connsiteY493" fmla="*/ 2008961 h 2765812"/>
              <a:gd name="connsiteX494" fmla="*/ 1526416 w 5585039"/>
              <a:gd name="connsiteY494" fmla="*/ 2008961 h 2765812"/>
              <a:gd name="connsiteX495" fmla="*/ 1461727 w 5585039"/>
              <a:gd name="connsiteY495" fmla="*/ 1890157 h 2765812"/>
              <a:gd name="connsiteX496" fmla="*/ 1579909 w 5585039"/>
              <a:gd name="connsiteY496" fmla="*/ 1879583 h 2765812"/>
              <a:gd name="connsiteX497" fmla="*/ 1633402 w 5585039"/>
              <a:gd name="connsiteY497" fmla="*/ 1887047 h 2765812"/>
              <a:gd name="connsiteX498" fmla="*/ 1633402 w 5585039"/>
              <a:gd name="connsiteY498" fmla="*/ 1891401 h 2765812"/>
              <a:gd name="connsiteX499" fmla="*/ 1597947 w 5585039"/>
              <a:gd name="connsiteY499" fmla="*/ 1673697 h 2765812"/>
              <a:gd name="connsiteX500" fmla="*/ 1489717 w 5585039"/>
              <a:gd name="connsiteY500" fmla="*/ 1661879 h 2765812"/>
              <a:gd name="connsiteX501" fmla="*/ 1442444 w 5585039"/>
              <a:gd name="connsiteY501" fmla="*/ 1576663 h 2765812"/>
              <a:gd name="connsiteX502" fmla="*/ 1500291 w 5585039"/>
              <a:gd name="connsiteY502" fmla="*/ 1543697 h 2765812"/>
              <a:gd name="connsiteX503" fmla="*/ 1597947 w 5585039"/>
              <a:gd name="connsiteY503" fmla="*/ 1673697 h 2765812"/>
              <a:gd name="connsiteX504" fmla="*/ 1551296 w 5585039"/>
              <a:gd name="connsiteY504" fmla="*/ 1469677 h 2765812"/>
              <a:gd name="connsiteX505" fmla="*/ 1499047 w 5585039"/>
              <a:gd name="connsiteY505" fmla="*/ 1494558 h 2765812"/>
              <a:gd name="connsiteX506" fmla="*/ 1391439 w 5585039"/>
              <a:gd name="connsiteY506" fmla="*/ 1238289 h 2765812"/>
              <a:gd name="connsiteX507" fmla="*/ 1696225 w 5585039"/>
              <a:gd name="connsiteY507" fmla="*/ 1129437 h 2765812"/>
              <a:gd name="connsiteX508" fmla="*/ 1826225 w 5585039"/>
              <a:gd name="connsiteY508" fmla="*/ 1374509 h 2765812"/>
              <a:gd name="connsiteX509" fmla="*/ 1551296 w 5585039"/>
              <a:gd name="connsiteY509" fmla="*/ 1469677 h 2765812"/>
              <a:gd name="connsiteX510" fmla="*/ 1698091 w 5585039"/>
              <a:gd name="connsiteY510" fmla="*/ 1124461 h 2765812"/>
              <a:gd name="connsiteX511" fmla="*/ 1586129 w 5585039"/>
              <a:gd name="connsiteY511" fmla="*/ 880632 h 2765812"/>
              <a:gd name="connsiteX512" fmla="*/ 1832445 w 5585039"/>
              <a:gd name="connsiteY512" fmla="*/ 805991 h 2765812"/>
              <a:gd name="connsiteX513" fmla="*/ 1951872 w 5585039"/>
              <a:gd name="connsiteY513" fmla="*/ 970202 h 2765812"/>
              <a:gd name="connsiteX514" fmla="*/ 2024025 w 5585039"/>
              <a:gd name="connsiteY514" fmla="*/ 1057284 h 2765812"/>
              <a:gd name="connsiteX515" fmla="*/ 1698091 w 5585039"/>
              <a:gd name="connsiteY515" fmla="*/ 1124461 h 2765812"/>
              <a:gd name="connsiteX516" fmla="*/ 2195078 w 5585039"/>
              <a:gd name="connsiteY516" fmla="*/ 1302356 h 2765812"/>
              <a:gd name="connsiteX517" fmla="*/ 2032733 w 5585039"/>
              <a:gd name="connsiteY517" fmla="*/ 1060394 h 2765812"/>
              <a:gd name="connsiteX518" fmla="*/ 2319480 w 5585039"/>
              <a:gd name="connsiteY518" fmla="*/ 1021829 h 2765812"/>
              <a:gd name="connsiteX519" fmla="*/ 2505462 w 5585039"/>
              <a:gd name="connsiteY519" fmla="*/ 1278720 h 2765812"/>
              <a:gd name="connsiteX520" fmla="*/ 2195700 w 5585039"/>
              <a:gd name="connsiteY520" fmla="*/ 1302356 h 2765812"/>
              <a:gd name="connsiteX521" fmla="*/ 2768572 w 5585039"/>
              <a:gd name="connsiteY521" fmla="*/ 1748338 h 2765812"/>
              <a:gd name="connsiteX522" fmla="*/ 2697041 w 5585039"/>
              <a:gd name="connsiteY522" fmla="*/ 1849104 h 2765812"/>
              <a:gd name="connsiteX523" fmla="*/ 2619912 w 5585039"/>
              <a:gd name="connsiteY523" fmla="*/ 1956712 h 2765812"/>
              <a:gd name="connsiteX524" fmla="*/ 2540294 w 5585039"/>
              <a:gd name="connsiteY524" fmla="*/ 2067430 h 2765812"/>
              <a:gd name="connsiteX525" fmla="*/ 2460055 w 5585039"/>
              <a:gd name="connsiteY525" fmla="*/ 2178148 h 2765812"/>
              <a:gd name="connsiteX526" fmla="*/ 2382303 w 5585039"/>
              <a:gd name="connsiteY526" fmla="*/ 2285134 h 2765812"/>
              <a:gd name="connsiteX527" fmla="*/ 2243595 w 5585039"/>
              <a:gd name="connsiteY527" fmla="*/ 2474226 h 2765812"/>
              <a:gd name="connsiteX528" fmla="*/ 2187614 w 5585039"/>
              <a:gd name="connsiteY528" fmla="*/ 2549489 h 2765812"/>
              <a:gd name="connsiteX529" fmla="*/ 2144695 w 5585039"/>
              <a:gd name="connsiteY529" fmla="*/ 2607336 h 2765812"/>
              <a:gd name="connsiteX530" fmla="*/ 2106752 w 5585039"/>
              <a:gd name="connsiteY530" fmla="*/ 2657719 h 2765812"/>
              <a:gd name="connsiteX531" fmla="*/ 2142207 w 5585039"/>
              <a:gd name="connsiteY531" fmla="*/ 2606092 h 2765812"/>
              <a:gd name="connsiteX532" fmla="*/ 2183260 w 5585039"/>
              <a:gd name="connsiteY532" fmla="*/ 2547001 h 2765812"/>
              <a:gd name="connsiteX533" fmla="*/ 2236753 w 5585039"/>
              <a:gd name="connsiteY533" fmla="*/ 2470493 h 2765812"/>
              <a:gd name="connsiteX534" fmla="*/ 2372351 w 5585039"/>
              <a:gd name="connsiteY534" fmla="*/ 2278914 h 2765812"/>
              <a:gd name="connsiteX535" fmla="*/ 2449481 w 5585039"/>
              <a:gd name="connsiteY535" fmla="*/ 2171306 h 2765812"/>
              <a:gd name="connsiteX536" fmla="*/ 2529098 w 5585039"/>
              <a:gd name="connsiteY536" fmla="*/ 2060588 h 2765812"/>
              <a:gd name="connsiteX537" fmla="*/ 2609338 w 5585039"/>
              <a:gd name="connsiteY537" fmla="*/ 1949870 h 2765812"/>
              <a:gd name="connsiteX538" fmla="*/ 2687089 w 5585039"/>
              <a:gd name="connsiteY538" fmla="*/ 1842884 h 2765812"/>
              <a:gd name="connsiteX539" fmla="*/ 2760486 w 5585039"/>
              <a:gd name="connsiteY539" fmla="*/ 1743362 h 2765812"/>
              <a:gd name="connsiteX540" fmla="*/ 2765462 w 5585039"/>
              <a:gd name="connsiteY540" fmla="*/ 1736520 h 2765812"/>
              <a:gd name="connsiteX541" fmla="*/ 2771061 w 5585039"/>
              <a:gd name="connsiteY541" fmla="*/ 1744606 h 2765812"/>
              <a:gd name="connsiteX542" fmla="*/ 2767951 w 5585039"/>
              <a:gd name="connsiteY542" fmla="*/ 1748960 h 2765812"/>
              <a:gd name="connsiteX543" fmla="*/ 3398048 w 5585039"/>
              <a:gd name="connsiteY543" fmla="*/ 2549489 h 2765812"/>
              <a:gd name="connsiteX544" fmla="*/ 3342067 w 5585039"/>
              <a:gd name="connsiteY544" fmla="*/ 2474226 h 2765812"/>
              <a:gd name="connsiteX545" fmla="*/ 3203358 w 5585039"/>
              <a:gd name="connsiteY545" fmla="*/ 2285134 h 2765812"/>
              <a:gd name="connsiteX546" fmla="*/ 3125607 w 5585039"/>
              <a:gd name="connsiteY546" fmla="*/ 2178148 h 2765812"/>
              <a:gd name="connsiteX547" fmla="*/ 3045368 w 5585039"/>
              <a:gd name="connsiteY547" fmla="*/ 2067430 h 2765812"/>
              <a:gd name="connsiteX548" fmla="*/ 2965750 w 5585039"/>
              <a:gd name="connsiteY548" fmla="*/ 1956712 h 2765812"/>
              <a:gd name="connsiteX549" fmla="*/ 2888621 w 5585039"/>
              <a:gd name="connsiteY549" fmla="*/ 1849104 h 2765812"/>
              <a:gd name="connsiteX550" fmla="*/ 2817090 w 5585039"/>
              <a:gd name="connsiteY550" fmla="*/ 1748338 h 2765812"/>
              <a:gd name="connsiteX551" fmla="*/ 2753022 w 5585039"/>
              <a:gd name="connsiteY551" fmla="*/ 1657525 h 2765812"/>
              <a:gd name="connsiteX552" fmla="*/ 2699529 w 5585039"/>
              <a:gd name="connsiteY552" fmla="*/ 1581017 h 2765812"/>
              <a:gd name="connsiteX553" fmla="*/ 2658477 w 5585039"/>
              <a:gd name="connsiteY553" fmla="*/ 1521926 h 2765812"/>
              <a:gd name="connsiteX554" fmla="*/ 2623022 w 5585039"/>
              <a:gd name="connsiteY554" fmla="*/ 1470299 h 2765812"/>
              <a:gd name="connsiteX555" fmla="*/ 2660965 w 5585039"/>
              <a:gd name="connsiteY555" fmla="*/ 1520682 h 2765812"/>
              <a:gd name="connsiteX556" fmla="*/ 2703883 w 5585039"/>
              <a:gd name="connsiteY556" fmla="*/ 1578529 h 2765812"/>
              <a:gd name="connsiteX557" fmla="*/ 2759864 w 5585039"/>
              <a:gd name="connsiteY557" fmla="*/ 1653792 h 2765812"/>
              <a:gd name="connsiteX558" fmla="*/ 2825798 w 5585039"/>
              <a:gd name="connsiteY558" fmla="*/ 1743362 h 2765812"/>
              <a:gd name="connsiteX559" fmla="*/ 2899195 w 5585039"/>
              <a:gd name="connsiteY559" fmla="*/ 1842884 h 2765812"/>
              <a:gd name="connsiteX560" fmla="*/ 2976946 w 5585039"/>
              <a:gd name="connsiteY560" fmla="*/ 1949870 h 2765812"/>
              <a:gd name="connsiteX561" fmla="*/ 3057186 w 5585039"/>
              <a:gd name="connsiteY561" fmla="*/ 2060588 h 2765812"/>
              <a:gd name="connsiteX562" fmla="*/ 3136803 w 5585039"/>
              <a:gd name="connsiteY562" fmla="*/ 2171306 h 2765812"/>
              <a:gd name="connsiteX563" fmla="*/ 3213933 w 5585039"/>
              <a:gd name="connsiteY563" fmla="*/ 2278914 h 2765812"/>
              <a:gd name="connsiteX564" fmla="*/ 3349531 w 5585039"/>
              <a:gd name="connsiteY564" fmla="*/ 2470493 h 2765812"/>
              <a:gd name="connsiteX565" fmla="*/ 3403024 w 5585039"/>
              <a:gd name="connsiteY565" fmla="*/ 2547001 h 2765812"/>
              <a:gd name="connsiteX566" fmla="*/ 3444077 w 5585039"/>
              <a:gd name="connsiteY566" fmla="*/ 2606092 h 2765812"/>
              <a:gd name="connsiteX567" fmla="*/ 3479531 w 5585039"/>
              <a:gd name="connsiteY567" fmla="*/ 2657719 h 2765812"/>
              <a:gd name="connsiteX568" fmla="*/ 3441589 w 5585039"/>
              <a:gd name="connsiteY568" fmla="*/ 2607336 h 2765812"/>
              <a:gd name="connsiteX569" fmla="*/ 3398670 w 5585039"/>
              <a:gd name="connsiteY569" fmla="*/ 2549489 h 2765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</a:cxnLst>
            <a:rect l="l" t="t" r="r" b="b"/>
            <a:pathLst>
              <a:path w="5585039" h="2765812">
                <a:moveTo>
                  <a:pt x="3484508" y="2738580"/>
                </a:moveTo>
                <a:cubicBezTo>
                  <a:pt x="3505656" y="2767815"/>
                  <a:pt x="3546709" y="2774657"/>
                  <a:pt x="3575943" y="2753509"/>
                </a:cubicBezTo>
                <a:cubicBezTo>
                  <a:pt x="3578431" y="2751643"/>
                  <a:pt x="3580919" y="2749155"/>
                  <a:pt x="3583407" y="2746666"/>
                </a:cubicBezTo>
                <a:cubicBezTo>
                  <a:pt x="3588383" y="2742312"/>
                  <a:pt x="3592116" y="2736714"/>
                  <a:pt x="3595226" y="2731116"/>
                </a:cubicBezTo>
                <a:cubicBezTo>
                  <a:pt x="3602068" y="2718054"/>
                  <a:pt x="3604556" y="2703126"/>
                  <a:pt x="3602068" y="2688819"/>
                </a:cubicBezTo>
                <a:cubicBezTo>
                  <a:pt x="3600202" y="2679489"/>
                  <a:pt x="3597092" y="2669537"/>
                  <a:pt x="3590872" y="2661451"/>
                </a:cubicBezTo>
                <a:lnTo>
                  <a:pt x="3498192" y="2532072"/>
                </a:lnTo>
                <a:lnTo>
                  <a:pt x="3473933" y="2497862"/>
                </a:lnTo>
                <a:lnTo>
                  <a:pt x="3348909" y="2323699"/>
                </a:lnTo>
                <a:lnTo>
                  <a:pt x="3322163" y="2286378"/>
                </a:lnTo>
                <a:lnTo>
                  <a:pt x="3190296" y="2102263"/>
                </a:lnTo>
                <a:lnTo>
                  <a:pt x="3161062" y="2061210"/>
                </a:lnTo>
                <a:lnTo>
                  <a:pt x="2930296" y="1739630"/>
                </a:lnTo>
                <a:lnTo>
                  <a:pt x="2895463" y="1690491"/>
                </a:lnTo>
                <a:lnTo>
                  <a:pt x="2873693" y="1660013"/>
                </a:lnTo>
                <a:lnTo>
                  <a:pt x="2895463" y="1629534"/>
                </a:lnTo>
                <a:lnTo>
                  <a:pt x="2930296" y="1580395"/>
                </a:lnTo>
                <a:lnTo>
                  <a:pt x="3118143" y="1318528"/>
                </a:lnTo>
                <a:cubicBezTo>
                  <a:pt x="3148621" y="1320394"/>
                  <a:pt x="3200870" y="1323504"/>
                  <a:pt x="3268048" y="1330347"/>
                </a:cubicBezTo>
                <a:cubicBezTo>
                  <a:pt x="3279244" y="1331591"/>
                  <a:pt x="3291062" y="1332835"/>
                  <a:pt x="3302880" y="1334079"/>
                </a:cubicBezTo>
                <a:cubicBezTo>
                  <a:pt x="3376278" y="1342165"/>
                  <a:pt x="3463981" y="1354605"/>
                  <a:pt x="3557283" y="1372021"/>
                </a:cubicBezTo>
                <a:cubicBezTo>
                  <a:pt x="3568479" y="1373887"/>
                  <a:pt x="3580297" y="1376375"/>
                  <a:pt x="3591494" y="1378863"/>
                </a:cubicBezTo>
                <a:cubicBezTo>
                  <a:pt x="3595226" y="1379485"/>
                  <a:pt x="3598336" y="1380107"/>
                  <a:pt x="3602068" y="1380729"/>
                </a:cubicBezTo>
                <a:cubicBezTo>
                  <a:pt x="3688527" y="1398768"/>
                  <a:pt x="3784939" y="1423026"/>
                  <a:pt x="3880107" y="1455371"/>
                </a:cubicBezTo>
                <a:cubicBezTo>
                  <a:pt x="3891303" y="1459103"/>
                  <a:pt x="3901877" y="1463457"/>
                  <a:pt x="3913073" y="1467189"/>
                </a:cubicBezTo>
                <a:cubicBezTo>
                  <a:pt x="3957858" y="1483361"/>
                  <a:pt x="4002021" y="1501400"/>
                  <a:pt x="4044318" y="1521304"/>
                </a:cubicBezTo>
                <a:cubicBezTo>
                  <a:pt x="4010107" y="1561735"/>
                  <a:pt x="3940442" y="1650060"/>
                  <a:pt x="3911207" y="1720348"/>
                </a:cubicBezTo>
                <a:cubicBezTo>
                  <a:pt x="3870777" y="1818004"/>
                  <a:pt x="3914317" y="1911305"/>
                  <a:pt x="3916183" y="1915037"/>
                </a:cubicBezTo>
                <a:lnTo>
                  <a:pt x="3916183" y="1915037"/>
                </a:lnTo>
                <a:cubicBezTo>
                  <a:pt x="3926136" y="1936186"/>
                  <a:pt x="3946662" y="1961066"/>
                  <a:pt x="3977763" y="1991545"/>
                </a:cubicBezTo>
                <a:cubicBezTo>
                  <a:pt x="3985849" y="1999631"/>
                  <a:pt x="3994557" y="2007717"/>
                  <a:pt x="4003887" y="2016425"/>
                </a:cubicBezTo>
                <a:cubicBezTo>
                  <a:pt x="4011973" y="2023889"/>
                  <a:pt x="4020681" y="2031975"/>
                  <a:pt x="4030634" y="2040061"/>
                </a:cubicBezTo>
                <a:cubicBezTo>
                  <a:pt x="4048050" y="2054990"/>
                  <a:pt x="4065466" y="2069296"/>
                  <a:pt x="4082260" y="2082358"/>
                </a:cubicBezTo>
                <a:cubicBezTo>
                  <a:pt x="4132644" y="2122167"/>
                  <a:pt x="4181160" y="2153890"/>
                  <a:pt x="4227189" y="2180014"/>
                </a:cubicBezTo>
                <a:cubicBezTo>
                  <a:pt x="4237763" y="2186234"/>
                  <a:pt x="4248338" y="2191210"/>
                  <a:pt x="4258290" y="2196808"/>
                </a:cubicBezTo>
                <a:cubicBezTo>
                  <a:pt x="4362166" y="2250301"/>
                  <a:pt x="4452357" y="2272072"/>
                  <a:pt x="4525133" y="2278292"/>
                </a:cubicBezTo>
                <a:cubicBezTo>
                  <a:pt x="4535707" y="2278914"/>
                  <a:pt x="4545659" y="2279536"/>
                  <a:pt x="4555611" y="2280158"/>
                </a:cubicBezTo>
                <a:cubicBezTo>
                  <a:pt x="4564941" y="2280158"/>
                  <a:pt x="4574272" y="2280158"/>
                  <a:pt x="4582980" y="2280158"/>
                </a:cubicBezTo>
                <a:cubicBezTo>
                  <a:pt x="4717334" y="2277048"/>
                  <a:pt x="4794464" y="2223555"/>
                  <a:pt x="4797573" y="2221067"/>
                </a:cubicBezTo>
                <a:lnTo>
                  <a:pt x="4801306" y="2218579"/>
                </a:lnTo>
                <a:lnTo>
                  <a:pt x="4803794" y="2214847"/>
                </a:lnTo>
                <a:cubicBezTo>
                  <a:pt x="4808148" y="2208005"/>
                  <a:pt x="5258484" y="1500778"/>
                  <a:pt x="5519107" y="1360203"/>
                </a:cubicBezTo>
                <a:lnTo>
                  <a:pt x="5585040" y="1324748"/>
                </a:lnTo>
                <a:lnTo>
                  <a:pt x="5509777" y="1319150"/>
                </a:lnTo>
                <a:cubicBezTo>
                  <a:pt x="5504801" y="1319150"/>
                  <a:pt x="5027096" y="1281208"/>
                  <a:pt x="4801306" y="1042977"/>
                </a:cubicBezTo>
                <a:cubicBezTo>
                  <a:pt x="4813746" y="1018719"/>
                  <a:pt x="4838626" y="966470"/>
                  <a:pt x="4855421" y="897427"/>
                </a:cubicBezTo>
                <a:cubicBezTo>
                  <a:pt x="4885899" y="772402"/>
                  <a:pt x="4875325" y="652976"/>
                  <a:pt x="4825564" y="552210"/>
                </a:cubicBezTo>
                <a:cubicBezTo>
                  <a:pt x="4805038" y="511158"/>
                  <a:pt x="4740349" y="404794"/>
                  <a:pt x="4581114" y="304028"/>
                </a:cubicBezTo>
                <a:cubicBezTo>
                  <a:pt x="4426233" y="205750"/>
                  <a:pt x="4225945" y="139817"/>
                  <a:pt x="3986471" y="106850"/>
                </a:cubicBezTo>
                <a:lnTo>
                  <a:pt x="3988337" y="103740"/>
                </a:lnTo>
                <a:cubicBezTo>
                  <a:pt x="4009485" y="74506"/>
                  <a:pt x="4002643" y="33453"/>
                  <a:pt x="3973409" y="12304"/>
                </a:cubicBezTo>
                <a:cubicBezTo>
                  <a:pt x="3944174" y="-8844"/>
                  <a:pt x="3903121" y="-2002"/>
                  <a:pt x="3881973" y="27233"/>
                </a:cubicBezTo>
                <a:lnTo>
                  <a:pt x="2792209" y="1546184"/>
                </a:lnTo>
                <a:lnTo>
                  <a:pt x="1703067" y="29721"/>
                </a:lnTo>
                <a:cubicBezTo>
                  <a:pt x="1681919" y="486"/>
                  <a:pt x="1640866" y="-6356"/>
                  <a:pt x="1611631" y="14792"/>
                </a:cubicBezTo>
                <a:cubicBezTo>
                  <a:pt x="1582397" y="35941"/>
                  <a:pt x="1575555" y="76994"/>
                  <a:pt x="1596703" y="106228"/>
                </a:cubicBezTo>
                <a:lnTo>
                  <a:pt x="1598569" y="109338"/>
                </a:lnTo>
                <a:cubicBezTo>
                  <a:pt x="1359095" y="142305"/>
                  <a:pt x="1158807" y="208238"/>
                  <a:pt x="1003926" y="306516"/>
                </a:cubicBezTo>
                <a:cubicBezTo>
                  <a:pt x="844069" y="407282"/>
                  <a:pt x="780002" y="513646"/>
                  <a:pt x="759476" y="554698"/>
                </a:cubicBezTo>
                <a:cubicBezTo>
                  <a:pt x="709715" y="655464"/>
                  <a:pt x="699141" y="774890"/>
                  <a:pt x="729619" y="899915"/>
                </a:cubicBezTo>
                <a:cubicBezTo>
                  <a:pt x="746414" y="968958"/>
                  <a:pt x="771294" y="1021207"/>
                  <a:pt x="783734" y="1045465"/>
                </a:cubicBezTo>
                <a:cubicBezTo>
                  <a:pt x="557944" y="1283696"/>
                  <a:pt x="80239" y="1321016"/>
                  <a:pt x="75263" y="1321638"/>
                </a:cubicBezTo>
                <a:lnTo>
                  <a:pt x="0" y="1327236"/>
                </a:lnTo>
                <a:lnTo>
                  <a:pt x="65933" y="1362691"/>
                </a:lnTo>
                <a:cubicBezTo>
                  <a:pt x="326556" y="1503266"/>
                  <a:pt x="776892" y="2210493"/>
                  <a:pt x="781246" y="2217335"/>
                </a:cubicBezTo>
                <a:lnTo>
                  <a:pt x="783734" y="2221067"/>
                </a:lnTo>
                <a:lnTo>
                  <a:pt x="787466" y="2223555"/>
                </a:lnTo>
                <a:cubicBezTo>
                  <a:pt x="790576" y="2226043"/>
                  <a:pt x="867706" y="2278914"/>
                  <a:pt x="1002060" y="2282646"/>
                </a:cubicBezTo>
                <a:cubicBezTo>
                  <a:pt x="1035027" y="2283268"/>
                  <a:pt x="1074214" y="2280780"/>
                  <a:pt x="1117754" y="2273316"/>
                </a:cubicBezTo>
                <a:cubicBezTo>
                  <a:pt x="1130817" y="2270828"/>
                  <a:pt x="1144501" y="2268340"/>
                  <a:pt x="1158185" y="2264608"/>
                </a:cubicBezTo>
                <a:cubicBezTo>
                  <a:pt x="1231582" y="2245947"/>
                  <a:pt x="1316798" y="2211115"/>
                  <a:pt x="1411344" y="2150780"/>
                </a:cubicBezTo>
                <a:cubicBezTo>
                  <a:pt x="1421296" y="2144559"/>
                  <a:pt x="1430626" y="2138339"/>
                  <a:pt x="1440578" y="2131497"/>
                </a:cubicBezTo>
                <a:cubicBezTo>
                  <a:pt x="1461105" y="2117191"/>
                  <a:pt x="1482253" y="2102263"/>
                  <a:pt x="1503401" y="2085468"/>
                </a:cubicBezTo>
                <a:cubicBezTo>
                  <a:pt x="1520196" y="2072406"/>
                  <a:pt x="1537612" y="2058100"/>
                  <a:pt x="1555028" y="2043172"/>
                </a:cubicBezTo>
                <a:cubicBezTo>
                  <a:pt x="1607277" y="1997765"/>
                  <a:pt x="1641488" y="1962310"/>
                  <a:pt x="1660148" y="1934320"/>
                </a:cubicBezTo>
                <a:cubicBezTo>
                  <a:pt x="1663880" y="1928721"/>
                  <a:pt x="1666990" y="1923123"/>
                  <a:pt x="1669478" y="1918147"/>
                </a:cubicBezTo>
                <a:lnTo>
                  <a:pt x="1669478" y="1918147"/>
                </a:lnTo>
                <a:cubicBezTo>
                  <a:pt x="1669478" y="1918147"/>
                  <a:pt x="1673833" y="1908817"/>
                  <a:pt x="1678187" y="1895133"/>
                </a:cubicBezTo>
                <a:cubicBezTo>
                  <a:pt x="1689383" y="1860922"/>
                  <a:pt x="1703067" y="1793123"/>
                  <a:pt x="1674455" y="1723458"/>
                </a:cubicBezTo>
                <a:cubicBezTo>
                  <a:pt x="1645220" y="1653171"/>
                  <a:pt x="1575555" y="1564845"/>
                  <a:pt x="1541344" y="1524414"/>
                </a:cubicBezTo>
                <a:cubicBezTo>
                  <a:pt x="1617852" y="1488337"/>
                  <a:pt x="1699335" y="1458481"/>
                  <a:pt x="1780197" y="1434845"/>
                </a:cubicBezTo>
                <a:cubicBezTo>
                  <a:pt x="1791393" y="1431734"/>
                  <a:pt x="1802589" y="1428002"/>
                  <a:pt x="1813785" y="1424892"/>
                </a:cubicBezTo>
                <a:cubicBezTo>
                  <a:pt x="1872254" y="1408720"/>
                  <a:pt x="1929479" y="1395036"/>
                  <a:pt x="1983594" y="1383839"/>
                </a:cubicBezTo>
                <a:cubicBezTo>
                  <a:pt x="2029001" y="1374509"/>
                  <a:pt x="2072542" y="1366423"/>
                  <a:pt x="2115461" y="1359581"/>
                </a:cubicBezTo>
                <a:cubicBezTo>
                  <a:pt x="2127279" y="1357715"/>
                  <a:pt x="2139097" y="1355849"/>
                  <a:pt x="2150293" y="1353983"/>
                </a:cubicBezTo>
                <a:cubicBezTo>
                  <a:pt x="2295844" y="1332213"/>
                  <a:pt x="2415270" y="1324126"/>
                  <a:pt x="2467519" y="1321016"/>
                </a:cubicBezTo>
                <a:lnTo>
                  <a:pt x="2522878" y="1398146"/>
                </a:lnTo>
                <a:lnTo>
                  <a:pt x="2566419" y="1458481"/>
                </a:lnTo>
                <a:lnTo>
                  <a:pt x="2712592" y="1661879"/>
                </a:lnTo>
                <a:lnTo>
                  <a:pt x="2611826" y="1802453"/>
                </a:lnTo>
                <a:lnTo>
                  <a:pt x="2581969" y="1844128"/>
                </a:lnTo>
                <a:lnTo>
                  <a:pt x="2206896" y="2366617"/>
                </a:lnTo>
                <a:lnTo>
                  <a:pt x="2182638" y="2400206"/>
                </a:lnTo>
                <a:lnTo>
                  <a:pt x="2062590" y="2567527"/>
                </a:lnTo>
                <a:lnTo>
                  <a:pt x="2040197" y="2598628"/>
                </a:lnTo>
                <a:lnTo>
                  <a:pt x="1994790" y="2661451"/>
                </a:lnTo>
                <a:cubicBezTo>
                  <a:pt x="1979862" y="2682599"/>
                  <a:pt x="1978618" y="2709968"/>
                  <a:pt x="1990436" y="2731116"/>
                </a:cubicBezTo>
                <a:cubicBezTo>
                  <a:pt x="1994790" y="2739824"/>
                  <a:pt x="2001633" y="2747289"/>
                  <a:pt x="2009719" y="2752887"/>
                </a:cubicBezTo>
                <a:cubicBezTo>
                  <a:pt x="2038953" y="2774035"/>
                  <a:pt x="2080006" y="2767193"/>
                  <a:pt x="2101154" y="2737958"/>
                </a:cubicBezTo>
                <a:lnTo>
                  <a:pt x="2111107" y="2723652"/>
                </a:lnTo>
                <a:lnTo>
                  <a:pt x="2133499" y="2692552"/>
                </a:lnTo>
                <a:lnTo>
                  <a:pt x="2241107" y="2542025"/>
                </a:lnTo>
                <a:lnTo>
                  <a:pt x="2265365" y="2508436"/>
                </a:lnTo>
                <a:lnTo>
                  <a:pt x="2606228" y="2033841"/>
                </a:lnTo>
                <a:lnTo>
                  <a:pt x="2636084" y="1992167"/>
                </a:lnTo>
                <a:lnTo>
                  <a:pt x="2792831" y="1773841"/>
                </a:lnTo>
                <a:lnTo>
                  <a:pt x="2895463" y="1916903"/>
                </a:lnTo>
                <a:lnTo>
                  <a:pt x="2930296" y="1966042"/>
                </a:lnTo>
                <a:lnTo>
                  <a:pt x="3133693" y="2249057"/>
                </a:lnTo>
                <a:lnTo>
                  <a:pt x="3162928" y="2290110"/>
                </a:lnTo>
                <a:lnTo>
                  <a:pt x="3279866" y="2453077"/>
                </a:lnTo>
                <a:lnTo>
                  <a:pt x="3306612" y="2490398"/>
                </a:lnTo>
                <a:lnTo>
                  <a:pt x="3417330" y="2644657"/>
                </a:lnTo>
                <a:lnTo>
                  <a:pt x="3441589" y="2678867"/>
                </a:lnTo>
                <a:lnTo>
                  <a:pt x="3484508" y="2738580"/>
                </a:lnTo>
                <a:close/>
                <a:moveTo>
                  <a:pt x="2083116" y="2731738"/>
                </a:moveTo>
                <a:cubicBezTo>
                  <a:pt x="2083116" y="2731738"/>
                  <a:pt x="2082494" y="2736714"/>
                  <a:pt x="2082494" y="2736714"/>
                </a:cubicBezTo>
                <a:cubicBezTo>
                  <a:pt x="2082494" y="2736714"/>
                  <a:pt x="2081872" y="2734848"/>
                  <a:pt x="2080628" y="2732360"/>
                </a:cubicBezTo>
                <a:cubicBezTo>
                  <a:pt x="2079384" y="2729872"/>
                  <a:pt x="2078140" y="2726140"/>
                  <a:pt x="2075652" y="2721786"/>
                </a:cubicBezTo>
                <a:cubicBezTo>
                  <a:pt x="2071298" y="2713078"/>
                  <a:pt x="2065700" y="2701882"/>
                  <a:pt x="2056992" y="2695040"/>
                </a:cubicBezTo>
                <a:cubicBezTo>
                  <a:pt x="2055126" y="2693173"/>
                  <a:pt x="2052637" y="2691930"/>
                  <a:pt x="2050149" y="2690686"/>
                </a:cubicBezTo>
                <a:cubicBezTo>
                  <a:pt x="2047661" y="2689442"/>
                  <a:pt x="2045173" y="2688197"/>
                  <a:pt x="2042685" y="2687575"/>
                </a:cubicBezTo>
                <a:cubicBezTo>
                  <a:pt x="2040197" y="2686953"/>
                  <a:pt x="2037709" y="2686332"/>
                  <a:pt x="2035221" y="2685709"/>
                </a:cubicBezTo>
                <a:cubicBezTo>
                  <a:pt x="2033977" y="2685709"/>
                  <a:pt x="2032733" y="2685709"/>
                  <a:pt x="2031489" y="2685709"/>
                </a:cubicBezTo>
                <a:cubicBezTo>
                  <a:pt x="2030245" y="2685709"/>
                  <a:pt x="2029001" y="2685709"/>
                  <a:pt x="2027757" y="2685709"/>
                </a:cubicBezTo>
                <a:cubicBezTo>
                  <a:pt x="2025269" y="2685709"/>
                  <a:pt x="2023403" y="2685709"/>
                  <a:pt x="2020915" y="2685709"/>
                </a:cubicBezTo>
                <a:cubicBezTo>
                  <a:pt x="2019049" y="2685709"/>
                  <a:pt x="2017183" y="2685709"/>
                  <a:pt x="2015939" y="2685709"/>
                </a:cubicBezTo>
                <a:cubicBezTo>
                  <a:pt x="2012829" y="2685709"/>
                  <a:pt x="2010963" y="2685709"/>
                  <a:pt x="2010963" y="2685709"/>
                </a:cubicBezTo>
                <a:cubicBezTo>
                  <a:pt x="2010963" y="2685709"/>
                  <a:pt x="2012207" y="2684465"/>
                  <a:pt x="2014695" y="2683221"/>
                </a:cubicBezTo>
                <a:cubicBezTo>
                  <a:pt x="2015939" y="2682599"/>
                  <a:pt x="2017805" y="2681355"/>
                  <a:pt x="2019671" y="2680733"/>
                </a:cubicBezTo>
                <a:cubicBezTo>
                  <a:pt x="2021537" y="2679489"/>
                  <a:pt x="2024025" y="2678867"/>
                  <a:pt x="2026513" y="2678245"/>
                </a:cubicBezTo>
                <a:cubicBezTo>
                  <a:pt x="2029001" y="2677623"/>
                  <a:pt x="2032111" y="2677001"/>
                  <a:pt x="2035221" y="2676379"/>
                </a:cubicBezTo>
                <a:cubicBezTo>
                  <a:pt x="2038331" y="2676379"/>
                  <a:pt x="2041441" y="2676379"/>
                  <a:pt x="2045173" y="2676379"/>
                </a:cubicBezTo>
                <a:cubicBezTo>
                  <a:pt x="2047039" y="2676379"/>
                  <a:pt x="2048905" y="2676379"/>
                  <a:pt x="2050772" y="2677623"/>
                </a:cubicBezTo>
                <a:cubicBezTo>
                  <a:pt x="2052637" y="2677623"/>
                  <a:pt x="2054503" y="2678867"/>
                  <a:pt x="2056370" y="2679489"/>
                </a:cubicBezTo>
                <a:cubicBezTo>
                  <a:pt x="2060102" y="2680733"/>
                  <a:pt x="2063212" y="2683221"/>
                  <a:pt x="2066322" y="2685087"/>
                </a:cubicBezTo>
                <a:cubicBezTo>
                  <a:pt x="2072542" y="2690063"/>
                  <a:pt x="2076274" y="2696284"/>
                  <a:pt x="2079384" y="2702504"/>
                </a:cubicBezTo>
                <a:cubicBezTo>
                  <a:pt x="2081872" y="2708724"/>
                  <a:pt x="2083738" y="2714944"/>
                  <a:pt x="2084360" y="2719920"/>
                </a:cubicBezTo>
                <a:cubicBezTo>
                  <a:pt x="2084360" y="2724896"/>
                  <a:pt x="2084360" y="2729250"/>
                  <a:pt x="2084360" y="2732360"/>
                </a:cubicBezTo>
                <a:close/>
                <a:moveTo>
                  <a:pt x="3503168" y="2719298"/>
                </a:moveTo>
                <a:cubicBezTo>
                  <a:pt x="3503168" y="2714322"/>
                  <a:pt x="3505034" y="2708102"/>
                  <a:pt x="3508144" y="2701882"/>
                </a:cubicBezTo>
                <a:cubicBezTo>
                  <a:pt x="3510632" y="2695662"/>
                  <a:pt x="3514986" y="2689442"/>
                  <a:pt x="3521206" y="2684465"/>
                </a:cubicBezTo>
                <a:cubicBezTo>
                  <a:pt x="3524316" y="2681977"/>
                  <a:pt x="3527426" y="2680111"/>
                  <a:pt x="3531158" y="2678867"/>
                </a:cubicBezTo>
                <a:cubicBezTo>
                  <a:pt x="3533024" y="2678245"/>
                  <a:pt x="3534891" y="2677623"/>
                  <a:pt x="3536757" y="2677001"/>
                </a:cubicBezTo>
                <a:cubicBezTo>
                  <a:pt x="3538623" y="2677001"/>
                  <a:pt x="3540489" y="2676379"/>
                  <a:pt x="3542355" y="2675757"/>
                </a:cubicBezTo>
                <a:cubicBezTo>
                  <a:pt x="3546087" y="2675757"/>
                  <a:pt x="3549197" y="2675757"/>
                  <a:pt x="3552307" y="2675757"/>
                </a:cubicBezTo>
                <a:cubicBezTo>
                  <a:pt x="3555417" y="2675757"/>
                  <a:pt x="3558527" y="2677001"/>
                  <a:pt x="3561015" y="2677623"/>
                </a:cubicBezTo>
                <a:cubicBezTo>
                  <a:pt x="3563503" y="2678245"/>
                  <a:pt x="3565991" y="2679489"/>
                  <a:pt x="3567857" y="2680111"/>
                </a:cubicBezTo>
                <a:cubicBezTo>
                  <a:pt x="3569723" y="2680733"/>
                  <a:pt x="3571589" y="2681977"/>
                  <a:pt x="3572833" y="2682599"/>
                </a:cubicBezTo>
                <a:cubicBezTo>
                  <a:pt x="3575321" y="2684465"/>
                  <a:pt x="3576565" y="2685087"/>
                  <a:pt x="3576565" y="2685087"/>
                </a:cubicBezTo>
                <a:cubicBezTo>
                  <a:pt x="3576565" y="2685087"/>
                  <a:pt x="3574699" y="2685087"/>
                  <a:pt x="3571589" y="2685087"/>
                </a:cubicBezTo>
                <a:cubicBezTo>
                  <a:pt x="3570345" y="2685087"/>
                  <a:pt x="3568479" y="2685087"/>
                  <a:pt x="3566613" y="2685087"/>
                </a:cubicBezTo>
                <a:cubicBezTo>
                  <a:pt x="3564747" y="2685087"/>
                  <a:pt x="3562259" y="2685087"/>
                  <a:pt x="3559771" y="2685087"/>
                </a:cubicBezTo>
                <a:cubicBezTo>
                  <a:pt x="3558527" y="2685087"/>
                  <a:pt x="3557283" y="2685087"/>
                  <a:pt x="3556039" y="2685087"/>
                </a:cubicBezTo>
                <a:cubicBezTo>
                  <a:pt x="3554795" y="2685087"/>
                  <a:pt x="3553551" y="2685087"/>
                  <a:pt x="3552307" y="2685087"/>
                </a:cubicBezTo>
                <a:cubicBezTo>
                  <a:pt x="3549819" y="2685087"/>
                  <a:pt x="3547331" y="2685709"/>
                  <a:pt x="3544843" y="2686953"/>
                </a:cubicBezTo>
                <a:cubicBezTo>
                  <a:pt x="3542355" y="2687575"/>
                  <a:pt x="3539867" y="2688819"/>
                  <a:pt x="3537379" y="2690063"/>
                </a:cubicBezTo>
                <a:cubicBezTo>
                  <a:pt x="3534891" y="2691307"/>
                  <a:pt x="3532403" y="2692552"/>
                  <a:pt x="3530536" y="2694417"/>
                </a:cubicBezTo>
                <a:cubicBezTo>
                  <a:pt x="3521828" y="2701260"/>
                  <a:pt x="3516230" y="2712456"/>
                  <a:pt x="3511876" y="2721164"/>
                </a:cubicBezTo>
                <a:cubicBezTo>
                  <a:pt x="3510010" y="2725518"/>
                  <a:pt x="3508144" y="2729250"/>
                  <a:pt x="3506900" y="2731738"/>
                </a:cubicBezTo>
                <a:cubicBezTo>
                  <a:pt x="3505656" y="2734226"/>
                  <a:pt x="3505034" y="2736092"/>
                  <a:pt x="3505034" y="2736092"/>
                </a:cubicBezTo>
                <a:cubicBezTo>
                  <a:pt x="3505034" y="2736092"/>
                  <a:pt x="3505034" y="2734226"/>
                  <a:pt x="3504412" y="2731116"/>
                </a:cubicBezTo>
                <a:cubicBezTo>
                  <a:pt x="3504412" y="2728006"/>
                  <a:pt x="3504412" y="2723652"/>
                  <a:pt x="3504412" y="2718676"/>
                </a:cubicBezTo>
                <a:close/>
                <a:moveTo>
                  <a:pt x="3561637" y="1057284"/>
                </a:moveTo>
                <a:cubicBezTo>
                  <a:pt x="3583407" y="1029915"/>
                  <a:pt x="3607044" y="1000680"/>
                  <a:pt x="3633790" y="970202"/>
                </a:cubicBezTo>
                <a:cubicBezTo>
                  <a:pt x="3669867" y="927905"/>
                  <a:pt x="3710920" y="870680"/>
                  <a:pt x="3753838" y="805991"/>
                </a:cubicBezTo>
                <a:cubicBezTo>
                  <a:pt x="3830968" y="825895"/>
                  <a:pt x="3916183" y="850776"/>
                  <a:pt x="4000155" y="880632"/>
                </a:cubicBezTo>
                <a:cubicBezTo>
                  <a:pt x="3967810" y="954652"/>
                  <a:pt x="3928002" y="1042355"/>
                  <a:pt x="3888193" y="1124461"/>
                </a:cubicBezTo>
                <a:cubicBezTo>
                  <a:pt x="3778719" y="1096470"/>
                  <a:pt x="3664269" y="1074078"/>
                  <a:pt x="3562259" y="1057284"/>
                </a:cubicBezTo>
                <a:close/>
                <a:moveTo>
                  <a:pt x="4034988" y="1469677"/>
                </a:moveTo>
                <a:cubicBezTo>
                  <a:pt x="3954126" y="1433600"/>
                  <a:pt x="3862069" y="1401878"/>
                  <a:pt x="3760059" y="1374509"/>
                </a:cubicBezTo>
                <a:cubicBezTo>
                  <a:pt x="3791159" y="1327858"/>
                  <a:pt x="3840298" y="1233313"/>
                  <a:pt x="3890681" y="1129437"/>
                </a:cubicBezTo>
                <a:cubicBezTo>
                  <a:pt x="4005131" y="1158671"/>
                  <a:pt x="4113983" y="1194748"/>
                  <a:pt x="4195467" y="1238289"/>
                </a:cubicBezTo>
                <a:cubicBezTo>
                  <a:pt x="4153792" y="1342787"/>
                  <a:pt x="4107141" y="1451017"/>
                  <a:pt x="4087859" y="1494558"/>
                </a:cubicBezTo>
                <a:cubicBezTo>
                  <a:pt x="4071064" y="1485849"/>
                  <a:pt x="4053648" y="1477763"/>
                  <a:pt x="4035609" y="1469677"/>
                </a:cubicBezTo>
                <a:close/>
                <a:moveTo>
                  <a:pt x="4638961" y="1652549"/>
                </a:moveTo>
                <a:cubicBezTo>
                  <a:pt x="4625277" y="1674941"/>
                  <a:pt x="4610348" y="1700443"/>
                  <a:pt x="4595420" y="1728434"/>
                </a:cubicBezTo>
                <a:cubicBezTo>
                  <a:pt x="4553123" y="1697955"/>
                  <a:pt x="4538817" y="1671209"/>
                  <a:pt x="4533841" y="1655659"/>
                </a:cubicBezTo>
                <a:cubicBezTo>
                  <a:pt x="4574894" y="1577907"/>
                  <a:pt x="4609104" y="1493936"/>
                  <a:pt x="4637717" y="1416806"/>
                </a:cubicBezTo>
                <a:cubicBezTo>
                  <a:pt x="4652023" y="1446041"/>
                  <a:pt x="4677525" y="1473409"/>
                  <a:pt x="4709248" y="1498290"/>
                </a:cubicBezTo>
                <a:cubicBezTo>
                  <a:pt x="4711736" y="1500156"/>
                  <a:pt x="4714846" y="1502644"/>
                  <a:pt x="4717956" y="1504510"/>
                </a:cubicBezTo>
                <a:cubicBezTo>
                  <a:pt x="4691832" y="1559869"/>
                  <a:pt x="4664463" y="1612118"/>
                  <a:pt x="4638961" y="1652549"/>
                </a:cubicBezTo>
                <a:close/>
                <a:moveTo>
                  <a:pt x="4641449" y="1393170"/>
                </a:moveTo>
                <a:cubicBezTo>
                  <a:pt x="4632119" y="1369533"/>
                  <a:pt x="4589822" y="1273122"/>
                  <a:pt x="4485324" y="1165514"/>
                </a:cubicBezTo>
                <a:cubicBezTo>
                  <a:pt x="4487190" y="1160538"/>
                  <a:pt x="4489056" y="1155561"/>
                  <a:pt x="4490922" y="1150585"/>
                </a:cubicBezTo>
                <a:cubicBezTo>
                  <a:pt x="4509582" y="1102690"/>
                  <a:pt x="4533219" y="1049819"/>
                  <a:pt x="4558099" y="995082"/>
                </a:cubicBezTo>
                <a:cubicBezTo>
                  <a:pt x="4688100" y="1175466"/>
                  <a:pt x="4692454" y="1237045"/>
                  <a:pt x="4692454" y="1241399"/>
                </a:cubicBezTo>
                <a:cubicBezTo>
                  <a:pt x="4679392" y="1283074"/>
                  <a:pt x="4662597" y="1335945"/>
                  <a:pt x="4641449" y="1393792"/>
                </a:cubicBezTo>
                <a:close/>
                <a:moveTo>
                  <a:pt x="4556233" y="1600922"/>
                </a:moveTo>
                <a:cubicBezTo>
                  <a:pt x="4548769" y="1617094"/>
                  <a:pt x="4540683" y="1632644"/>
                  <a:pt x="4532597" y="1648194"/>
                </a:cubicBezTo>
                <a:lnTo>
                  <a:pt x="4529487" y="1654414"/>
                </a:lnTo>
                <a:cubicBezTo>
                  <a:pt x="4496520" y="1716616"/>
                  <a:pt x="4459821" y="1773841"/>
                  <a:pt x="4419391" y="1820491"/>
                </a:cubicBezTo>
                <a:cubicBezTo>
                  <a:pt x="4416903" y="1791879"/>
                  <a:pt x="4400108" y="1757046"/>
                  <a:pt x="4367142" y="1712884"/>
                </a:cubicBezTo>
                <a:cubicBezTo>
                  <a:pt x="4362788" y="1706663"/>
                  <a:pt x="4357811" y="1700443"/>
                  <a:pt x="4352836" y="1694223"/>
                </a:cubicBezTo>
                <a:cubicBezTo>
                  <a:pt x="4407573" y="1607142"/>
                  <a:pt x="4417525" y="1525036"/>
                  <a:pt x="4428721" y="1431112"/>
                </a:cubicBezTo>
                <a:cubicBezTo>
                  <a:pt x="4430587" y="1417428"/>
                  <a:pt x="4431831" y="1403122"/>
                  <a:pt x="4433697" y="1388816"/>
                </a:cubicBezTo>
                <a:cubicBezTo>
                  <a:pt x="4537573" y="1460347"/>
                  <a:pt x="4558721" y="1498912"/>
                  <a:pt x="4556855" y="1600922"/>
                </a:cubicBezTo>
                <a:close/>
                <a:moveTo>
                  <a:pt x="4429343" y="1381352"/>
                </a:moveTo>
                <a:cubicBezTo>
                  <a:pt x="4396999" y="1359581"/>
                  <a:pt x="4357811" y="1334079"/>
                  <a:pt x="4308673" y="1303600"/>
                </a:cubicBezTo>
                <a:cubicBezTo>
                  <a:pt x="4286281" y="1289294"/>
                  <a:pt x="4262022" y="1274366"/>
                  <a:pt x="4235897" y="1257571"/>
                </a:cubicBezTo>
                <a:cubicBezTo>
                  <a:pt x="4224701" y="1250729"/>
                  <a:pt x="4212883" y="1243265"/>
                  <a:pt x="4200443" y="1236423"/>
                </a:cubicBezTo>
                <a:cubicBezTo>
                  <a:pt x="4230299" y="1161781"/>
                  <a:pt x="4257046" y="1089628"/>
                  <a:pt x="4269486" y="1043599"/>
                </a:cubicBezTo>
                <a:cubicBezTo>
                  <a:pt x="4271974" y="1033647"/>
                  <a:pt x="4276328" y="1022451"/>
                  <a:pt x="4281304" y="1009389"/>
                </a:cubicBezTo>
                <a:cubicBezTo>
                  <a:pt x="4364654" y="1059772"/>
                  <a:pt x="4429965" y="1114509"/>
                  <a:pt x="4480348" y="1166758"/>
                </a:cubicBezTo>
                <a:cubicBezTo>
                  <a:pt x="4450492" y="1246997"/>
                  <a:pt x="4438051" y="1317906"/>
                  <a:pt x="4429343" y="1381974"/>
                </a:cubicBezTo>
                <a:close/>
                <a:moveTo>
                  <a:pt x="4255802" y="1724080"/>
                </a:moveTo>
                <a:cubicBezTo>
                  <a:pt x="4265754" y="1707285"/>
                  <a:pt x="4275084" y="1692357"/>
                  <a:pt x="4281926" y="1682405"/>
                </a:cubicBezTo>
                <a:cubicBezTo>
                  <a:pt x="4299964" y="1700443"/>
                  <a:pt x="4316759" y="1719726"/>
                  <a:pt x="4331687" y="1739630"/>
                </a:cubicBezTo>
                <a:cubicBezTo>
                  <a:pt x="4332309" y="1740874"/>
                  <a:pt x="4333553" y="1742118"/>
                  <a:pt x="4334175" y="1743362"/>
                </a:cubicBezTo>
                <a:cubicBezTo>
                  <a:pt x="4320491" y="1743362"/>
                  <a:pt x="4296233" y="1740252"/>
                  <a:pt x="4255802" y="1724702"/>
                </a:cubicBezTo>
                <a:close/>
                <a:moveTo>
                  <a:pt x="4327333" y="1901975"/>
                </a:moveTo>
                <a:cubicBezTo>
                  <a:pt x="4323601" y="1913793"/>
                  <a:pt x="4317381" y="1928721"/>
                  <a:pt x="4309917" y="1945516"/>
                </a:cubicBezTo>
                <a:cubicBezTo>
                  <a:pt x="4283170" y="1929966"/>
                  <a:pt x="4260778" y="1915037"/>
                  <a:pt x="4243362" y="1902597"/>
                </a:cubicBezTo>
                <a:cubicBezTo>
                  <a:pt x="4273840" y="1904463"/>
                  <a:pt x="4302453" y="1904463"/>
                  <a:pt x="4327333" y="1901975"/>
                </a:cubicBezTo>
                <a:close/>
                <a:moveTo>
                  <a:pt x="4278816" y="1002547"/>
                </a:moveTo>
                <a:cubicBezTo>
                  <a:pt x="4269486" y="996948"/>
                  <a:pt x="4259534" y="991350"/>
                  <a:pt x="4249582" y="985752"/>
                </a:cubicBezTo>
                <a:cubicBezTo>
                  <a:pt x="4175562" y="944078"/>
                  <a:pt x="4090968" y="908623"/>
                  <a:pt x="4005753" y="877522"/>
                </a:cubicBezTo>
                <a:cubicBezTo>
                  <a:pt x="4026280" y="830249"/>
                  <a:pt x="4043696" y="788575"/>
                  <a:pt x="4054892" y="758096"/>
                </a:cubicBezTo>
                <a:cubicBezTo>
                  <a:pt x="4064844" y="731350"/>
                  <a:pt x="4081639" y="697139"/>
                  <a:pt x="4102787" y="659196"/>
                </a:cubicBezTo>
                <a:cubicBezTo>
                  <a:pt x="4203553" y="700249"/>
                  <a:pt x="4303075" y="748766"/>
                  <a:pt x="4381448" y="804747"/>
                </a:cubicBezTo>
                <a:cubicBezTo>
                  <a:pt x="4337907" y="881876"/>
                  <a:pt x="4299964" y="952164"/>
                  <a:pt x="4278816" y="1001925"/>
                </a:cubicBezTo>
                <a:close/>
                <a:moveTo>
                  <a:pt x="4085371" y="1543697"/>
                </a:moveTo>
                <a:cubicBezTo>
                  <a:pt x="4105275" y="1554271"/>
                  <a:pt x="4124557" y="1564845"/>
                  <a:pt x="4143218" y="1576663"/>
                </a:cubicBezTo>
                <a:cubicBezTo>
                  <a:pt x="4131399" y="1595323"/>
                  <a:pt x="4113361" y="1625802"/>
                  <a:pt x="4095945" y="1661879"/>
                </a:cubicBezTo>
                <a:cubicBezTo>
                  <a:pt x="4049916" y="1653792"/>
                  <a:pt x="4013217" y="1662501"/>
                  <a:pt x="3987715" y="1673697"/>
                </a:cubicBezTo>
                <a:cubicBezTo>
                  <a:pt x="4021926" y="1620204"/>
                  <a:pt x="4064844" y="1567333"/>
                  <a:pt x="4085371" y="1543697"/>
                </a:cubicBezTo>
                <a:close/>
                <a:moveTo>
                  <a:pt x="4060490" y="2009583"/>
                </a:moveTo>
                <a:cubicBezTo>
                  <a:pt x="4060490" y="2009583"/>
                  <a:pt x="4060490" y="2009583"/>
                  <a:pt x="4060490" y="2009583"/>
                </a:cubicBezTo>
                <a:cubicBezTo>
                  <a:pt x="3987093" y="1946138"/>
                  <a:pt x="3964078" y="1913793"/>
                  <a:pt x="3957236" y="1898865"/>
                </a:cubicBezTo>
                <a:lnTo>
                  <a:pt x="3957236" y="1898865"/>
                </a:lnTo>
                <a:cubicBezTo>
                  <a:pt x="3957236" y="1898865"/>
                  <a:pt x="3955992" y="1896377"/>
                  <a:pt x="3954748" y="1892645"/>
                </a:cubicBezTo>
                <a:cubicBezTo>
                  <a:pt x="3954126" y="1890157"/>
                  <a:pt x="3954126" y="1888913"/>
                  <a:pt x="3954748" y="1888291"/>
                </a:cubicBezTo>
                <a:cubicBezTo>
                  <a:pt x="3955992" y="1887047"/>
                  <a:pt x="3965322" y="1880205"/>
                  <a:pt x="4008241" y="1880827"/>
                </a:cubicBezTo>
                <a:cubicBezTo>
                  <a:pt x="4041208" y="1881449"/>
                  <a:pt x="4082260" y="1886425"/>
                  <a:pt x="4126423" y="1891401"/>
                </a:cubicBezTo>
                <a:cubicBezTo>
                  <a:pt x="4101543" y="1929966"/>
                  <a:pt x="4074797" y="1982837"/>
                  <a:pt x="4061734" y="2010205"/>
                </a:cubicBezTo>
                <a:close/>
                <a:moveTo>
                  <a:pt x="4134510" y="1847860"/>
                </a:moveTo>
                <a:cubicBezTo>
                  <a:pt x="4107141" y="1844750"/>
                  <a:pt x="4081017" y="1841640"/>
                  <a:pt x="4057380" y="1839152"/>
                </a:cubicBezTo>
                <a:cubicBezTo>
                  <a:pt x="4052404" y="1782549"/>
                  <a:pt x="4074174" y="1718482"/>
                  <a:pt x="4098433" y="1666233"/>
                </a:cubicBezTo>
                <a:cubicBezTo>
                  <a:pt x="4118959" y="1669965"/>
                  <a:pt x="4141973" y="1677429"/>
                  <a:pt x="4166232" y="1689247"/>
                </a:cubicBezTo>
                <a:cubicBezTo>
                  <a:pt x="4199199" y="1705419"/>
                  <a:pt x="4225945" y="1717238"/>
                  <a:pt x="4248960" y="1725946"/>
                </a:cubicBezTo>
                <a:cubicBezTo>
                  <a:pt x="4228434" y="1762644"/>
                  <a:pt x="4207285" y="1809917"/>
                  <a:pt x="4202309" y="1855324"/>
                </a:cubicBezTo>
                <a:cubicBezTo>
                  <a:pt x="4179294" y="1852836"/>
                  <a:pt x="4156280" y="1850348"/>
                  <a:pt x="4134510" y="1847860"/>
                </a:cubicBezTo>
                <a:close/>
                <a:moveTo>
                  <a:pt x="4457334" y="2014559"/>
                </a:moveTo>
                <a:cubicBezTo>
                  <a:pt x="4420635" y="2093554"/>
                  <a:pt x="4388290" y="2163842"/>
                  <a:pt x="4367764" y="2199919"/>
                </a:cubicBezTo>
                <a:cubicBezTo>
                  <a:pt x="4321113" y="2182502"/>
                  <a:pt x="4271352" y="2158866"/>
                  <a:pt x="4217237" y="2125899"/>
                </a:cubicBezTo>
                <a:cubicBezTo>
                  <a:pt x="4235897" y="2094798"/>
                  <a:pt x="4283170" y="2013937"/>
                  <a:pt x="4311783" y="1951736"/>
                </a:cubicBezTo>
                <a:cubicBezTo>
                  <a:pt x="4353457" y="1975372"/>
                  <a:pt x="4403841" y="1999009"/>
                  <a:pt x="4457955" y="2013315"/>
                </a:cubicBezTo>
                <a:cubicBezTo>
                  <a:pt x="4457955" y="2013315"/>
                  <a:pt x="4457955" y="2013937"/>
                  <a:pt x="4457334" y="2014559"/>
                </a:cubicBezTo>
                <a:close/>
                <a:moveTo>
                  <a:pt x="4597286" y="1734654"/>
                </a:moveTo>
                <a:cubicBezTo>
                  <a:pt x="4617812" y="1748960"/>
                  <a:pt x="4643937" y="1764510"/>
                  <a:pt x="4678147" y="1780061"/>
                </a:cubicBezTo>
                <a:cubicBezTo>
                  <a:pt x="4697430" y="1788769"/>
                  <a:pt x="4717956" y="1796233"/>
                  <a:pt x="4738483" y="1803075"/>
                </a:cubicBezTo>
                <a:cubicBezTo>
                  <a:pt x="4690588" y="1877717"/>
                  <a:pt x="4643315" y="1961066"/>
                  <a:pt x="4602262" y="2035085"/>
                </a:cubicBezTo>
                <a:cubicBezTo>
                  <a:pt x="4553123" y="2029487"/>
                  <a:pt x="4505851" y="2020779"/>
                  <a:pt x="4464175" y="2010205"/>
                </a:cubicBezTo>
                <a:cubicBezTo>
                  <a:pt x="4504606" y="1921879"/>
                  <a:pt x="4552501" y="1818626"/>
                  <a:pt x="4597286" y="1734654"/>
                </a:cubicBezTo>
                <a:close/>
                <a:moveTo>
                  <a:pt x="4678770" y="2226043"/>
                </a:moveTo>
                <a:cubicBezTo>
                  <a:pt x="4651401" y="2232885"/>
                  <a:pt x="4617812" y="2238483"/>
                  <a:pt x="4579248" y="2239105"/>
                </a:cubicBezTo>
                <a:cubicBezTo>
                  <a:pt x="4556233" y="2239105"/>
                  <a:pt x="4530731" y="2238483"/>
                  <a:pt x="4502740" y="2234751"/>
                </a:cubicBezTo>
                <a:cubicBezTo>
                  <a:pt x="4518913" y="2202406"/>
                  <a:pt x="4556855" y="2127765"/>
                  <a:pt x="4604750" y="2040061"/>
                </a:cubicBezTo>
                <a:cubicBezTo>
                  <a:pt x="4666329" y="2046904"/>
                  <a:pt x="4730397" y="2048148"/>
                  <a:pt x="4790110" y="2040684"/>
                </a:cubicBezTo>
                <a:cubicBezTo>
                  <a:pt x="4739726" y="2127143"/>
                  <a:pt x="4699296" y="2193076"/>
                  <a:pt x="4678770" y="2226665"/>
                </a:cubicBezTo>
                <a:close/>
                <a:moveTo>
                  <a:pt x="4887765" y="2013315"/>
                </a:moveTo>
                <a:cubicBezTo>
                  <a:pt x="4860397" y="2023267"/>
                  <a:pt x="4829918" y="2030731"/>
                  <a:pt x="4798196" y="2035085"/>
                </a:cubicBezTo>
                <a:cubicBezTo>
                  <a:pt x="4821210" y="1995899"/>
                  <a:pt x="4845469" y="1952980"/>
                  <a:pt x="4871593" y="1906329"/>
                </a:cubicBezTo>
                <a:cubicBezTo>
                  <a:pt x="4884033" y="1883937"/>
                  <a:pt x="4899583" y="1859056"/>
                  <a:pt x="4916378" y="1832310"/>
                </a:cubicBezTo>
                <a:cubicBezTo>
                  <a:pt x="4957430" y="1834798"/>
                  <a:pt x="4992885" y="1833554"/>
                  <a:pt x="5016522" y="1832310"/>
                </a:cubicBezTo>
                <a:cubicBezTo>
                  <a:pt x="4968627" y="1896999"/>
                  <a:pt x="4925086" y="1959200"/>
                  <a:pt x="4887765" y="2013315"/>
                </a:cubicBezTo>
                <a:close/>
                <a:moveTo>
                  <a:pt x="4914512" y="1827956"/>
                </a:moveTo>
                <a:cubicBezTo>
                  <a:pt x="4863507" y="1824846"/>
                  <a:pt x="4803794" y="1817381"/>
                  <a:pt x="4745325" y="1799965"/>
                </a:cubicBezTo>
                <a:cubicBezTo>
                  <a:pt x="4765229" y="1769487"/>
                  <a:pt x="4784511" y="1740252"/>
                  <a:pt x="4803794" y="1713506"/>
                </a:cubicBezTo>
                <a:cubicBezTo>
                  <a:pt x="4831162" y="1675563"/>
                  <a:pt x="4857909" y="1636998"/>
                  <a:pt x="4883411" y="1598433"/>
                </a:cubicBezTo>
                <a:cubicBezTo>
                  <a:pt x="4899583" y="1605898"/>
                  <a:pt x="4914512" y="1612740"/>
                  <a:pt x="4928818" y="1619582"/>
                </a:cubicBezTo>
                <a:lnTo>
                  <a:pt x="4935038" y="1622692"/>
                </a:lnTo>
                <a:cubicBezTo>
                  <a:pt x="4966761" y="1636998"/>
                  <a:pt x="5002215" y="1645706"/>
                  <a:pt x="5037048" y="1650682"/>
                </a:cubicBezTo>
                <a:cubicBezTo>
                  <a:pt x="4992263" y="1711640"/>
                  <a:pt x="4949344" y="1773219"/>
                  <a:pt x="4913890" y="1827956"/>
                </a:cubicBezTo>
                <a:close/>
                <a:moveTo>
                  <a:pt x="5157096" y="1651304"/>
                </a:moveTo>
                <a:cubicBezTo>
                  <a:pt x="5130972" y="1652549"/>
                  <a:pt x="5089919" y="1652549"/>
                  <a:pt x="5045134" y="1646950"/>
                </a:cubicBezTo>
                <a:cubicBezTo>
                  <a:pt x="5084943" y="1592835"/>
                  <a:pt x="5125374" y="1538720"/>
                  <a:pt x="5162694" y="1490203"/>
                </a:cubicBezTo>
                <a:cubicBezTo>
                  <a:pt x="5219298" y="1495802"/>
                  <a:pt x="5266570" y="1495180"/>
                  <a:pt x="5295183" y="1493936"/>
                </a:cubicBezTo>
                <a:cubicBezTo>
                  <a:pt x="5249154" y="1541830"/>
                  <a:pt x="5202503" y="1595323"/>
                  <a:pt x="5157096" y="1651304"/>
                </a:cubicBezTo>
                <a:close/>
                <a:moveTo>
                  <a:pt x="5077479" y="1267523"/>
                </a:moveTo>
                <a:cubicBezTo>
                  <a:pt x="5122886" y="1284940"/>
                  <a:pt x="5171402" y="1300490"/>
                  <a:pt x="5223029" y="1314174"/>
                </a:cubicBezTo>
                <a:cubicBezTo>
                  <a:pt x="5243556" y="1319772"/>
                  <a:pt x="5264082" y="1324748"/>
                  <a:pt x="5283365" y="1329103"/>
                </a:cubicBezTo>
                <a:cubicBezTo>
                  <a:pt x="5259106" y="1359581"/>
                  <a:pt x="5213699" y="1416806"/>
                  <a:pt x="5160206" y="1485849"/>
                </a:cubicBezTo>
                <a:cubicBezTo>
                  <a:pt x="5104847" y="1480251"/>
                  <a:pt x="5041402" y="1469055"/>
                  <a:pt x="4978579" y="1447285"/>
                </a:cubicBezTo>
                <a:cubicBezTo>
                  <a:pt x="5023364" y="1372021"/>
                  <a:pt x="5058819" y="1307332"/>
                  <a:pt x="5077479" y="1267523"/>
                </a:cubicBezTo>
                <a:close/>
                <a:moveTo>
                  <a:pt x="4882167" y="1592835"/>
                </a:moveTo>
                <a:cubicBezTo>
                  <a:pt x="4829296" y="1567955"/>
                  <a:pt x="4770827" y="1537476"/>
                  <a:pt x="4722932" y="1502644"/>
                </a:cubicBezTo>
                <a:cubicBezTo>
                  <a:pt x="4747191" y="1451017"/>
                  <a:pt x="4771449" y="1396280"/>
                  <a:pt x="4792598" y="1345897"/>
                </a:cubicBezTo>
                <a:cubicBezTo>
                  <a:pt x="4808148" y="1357715"/>
                  <a:pt x="4825564" y="1370777"/>
                  <a:pt x="4845469" y="1385084"/>
                </a:cubicBezTo>
                <a:cubicBezTo>
                  <a:pt x="4885277" y="1413074"/>
                  <a:pt x="4928196" y="1434222"/>
                  <a:pt x="4972359" y="1449773"/>
                </a:cubicBezTo>
                <a:cubicBezTo>
                  <a:pt x="4944990" y="1495180"/>
                  <a:pt x="4914512" y="1544319"/>
                  <a:pt x="4882167" y="1593457"/>
                </a:cubicBezTo>
                <a:close/>
                <a:moveTo>
                  <a:pt x="4863507" y="1155561"/>
                </a:moveTo>
                <a:cubicBezTo>
                  <a:pt x="4851067" y="1189150"/>
                  <a:pt x="4824320" y="1258815"/>
                  <a:pt x="4790731" y="1338433"/>
                </a:cubicBezTo>
                <a:cubicBezTo>
                  <a:pt x="4720444" y="1282452"/>
                  <a:pt x="4701784" y="1250729"/>
                  <a:pt x="4698674" y="1233935"/>
                </a:cubicBezTo>
                <a:cubicBezTo>
                  <a:pt x="4700540" y="1228337"/>
                  <a:pt x="4702406" y="1222739"/>
                  <a:pt x="4703650" y="1217763"/>
                </a:cubicBezTo>
                <a:lnTo>
                  <a:pt x="4709870" y="1198480"/>
                </a:lnTo>
                <a:cubicBezTo>
                  <a:pt x="4732884" y="1126327"/>
                  <a:pt x="4752167" y="1087140"/>
                  <a:pt x="4763985" y="1067858"/>
                </a:cubicBezTo>
                <a:cubicBezTo>
                  <a:pt x="4792598" y="1098958"/>
                  <a:pt x="4825564" y="1128193"/>
                  <a:pt x="4863507" y="1154939"/>
                </a:cubicBezTo>
                <a:close/>
                <a:moveTo>
                  <a:pt x="4777047" y="554698"/>
                </a:moveTo>
                <a:cubicBezTo>
                  <a:pt x="4781402" y="562163"/>
                  <a:pt x="4785133" y="569005"/>
                  <a:pt x="4787622" y="574603"/>
                </a:cubicBezTo>
                <a:cubicBezTo>
                  <a:pt x="4865373" y="731972"/>
                  <a:pt x="4818100" y="898049"/>
                  <a:pt x="4783890" y="982642"/>
                </a:cubicBezTo>
                <a:cubicBezTo>
                  <a:pt x="4772693" y="940967"/>
                  <a:pt x="4745325" y="866326"/>
                  <a:pt x="4676281" y="750632"/>
                </a:cubicBezTo>
                <a:cubicBezTo>
                  <a:pt x="4720444" y="662928"/>
                  <a:pt x="4758387" y="590775"/>
                  <a:pt x="4777047" y="554698"/>
                </a:cubicBezTo>
                <a:close/>
                <a:moveTo>
                  <a:pt x="4670683" y="750632"/>
                </a:moveTo>
                <a:cubicBezTo>
                  <a:pt x="4633985" y="823407"/>
                  <a:pt x="4593554" y="906135"/>
                  <a:pt x="4556855" y="986374"/>
                </a:cubicBezTo>
                <a:cubicBezTo>
                  <a:pt x="4538195" y="960872"/>
                  <a:pt x="4517668" y="933503"/>
                  <a:pt x="4494032" y="903647"/>
                </a:cubicBezTo>
                <a:cubicBezTo>
                  <a:pt x="4466042" y="868192"/>
                  <a:pt x="4429343" y="835226"/>
                  <a:pt x="4386424" y="804125"/>
                </a:cubicBezTo>
                <a:cubicBezTo>
                  <a:pt x="4400730" y="779244"/>
                  <a:pt x="4415659" y="753120"/>
                  <a:pt x="4430587" y="726995"/>
                </a:cubicBezTo>
                <a:cubicBezTo>
                  <a:pt x="4460443" y="674125"/>
                  <a:pt x="4490922" y="620632"/>
                  <a:pt x="4518291" y="570249"/>
                </a:cubicBezTo>
                <a:cubicBezTo>
                  <a:pt x="4562453" y="603215"/>
                  <a:pt x="4599152" y="638670"/>
                  <a:pt x="4623411" y="675991"/>
                </a:cubicBezTo>
                <a:cubicBezTo>
                  <a:pt x="4640827" y="702737"/>
                  <a:pt x="4656377" y="726995"/>
                  <a:pt x="4670061" y="750632"/>
                </a:cubicBezTo>
                <a:close/>
                <a:moveTo>
                  <a:pt x="4366520" y="248047"/>
                </a:moveTo>
                <a:cubicBezTo>
                  <a:pt x="4436807" y="275415"/>
                  <a:pt x="4500874" y="307138"/>
                  <a:pt x="4558721" y="343836"/>
                </a:cubicBezTo>
                <a:cubicBezTo>
                  <a:pt x="4575515" y="354411"/>
                  <a:pt x="4591066" y="364985"/>
                  <a:pt x="4605372" y="375559"/>
                </a:cubicBezTo>
                <a:cubicBezTo>
                  <a:pt x="4593554" y="419100"/>
                  <a:pt x="4559344" y="486899"/>
                  <a:pt x="4517668" y="564029"/>
                </a:cubicBezTo>
                <a:cubicBezTo>
                  <a:pt x="4441161" y="508048"/>
                  <a:pt x="4344127" y="459531"/>
                  <a:pt x="4250204" y="420344"/>
                </a:cubicBezTo>
                <a:cubicBezTo>
                  <a:pt x="4302453" y="340726"/>
                  <a:pt x="4348482" y="273549"/>
                  <a:pt x="4366520" y="248047"/>
                </a:cubicBezTo>
                <a:close/>
                <a:moveTo>
                  <a:pt x="4100921" y="653598"/>
                </a:moveTo>
                <a:cubicBezTo>
                  <a:pt x="4054270" y="634938"/>
                  <a:pt x="4008863" y="618144"/>
                  <a:pt x="3965944" y="603837"/>
                </a:cubicBezTo>
                <a:cubicBezTo>
                  <a:pt x="3940442" y="595129"/>
                  <a:pt x="3914939" y="587043"/>
                  <a:pt x="3890681" y="579579"/>
                </a:cubicBezTo>
                <a:cubicBezTo>
                  <a:pt x="3938576" y="495607"/>
                  <a:pt x="3983983" y="412880"/>
                  <a:pt x="4021303" y="343214"/>
                </a:cubicBezTo>
                <a:cubicBezTo>
                  <a:pt x="4090347" y="364985"/>
                  <a:pt x="4167476" y="391731"/>
                  <a:pt x="4243362" y="422832"/>
                </a:cubicBezTo>
                <a:cubicBezTo>
                  <a:pt x="4194223" y="497473"/>
                  <a:pt x="4140730" y="582689"/>
                  <a:pt x="4100921" y="654220"/>
                </a:cubicBezTo>
                <a:close/>
                <a:moveTo>
                  <a:pt x="3906853" y="136085"/>
                </a:moveTo>
                <a:cubicBezTo>
                  <a:pt x="3970920" y="146659"/>
                  <a:pt x="4061734" y="165319"/>
                  <a:pt x="4104031" y="173405"/>
                </a:cubicBezTo>
                <a:cubicBezTo>
                  <a:pt x="4089102" y="203262"/>
                  <a:pt x="4058624" y="262353"/>
                  <a:pt x="4018815" y="336994"/>
                </a:cubicBezTo>
                <a:cubicBezTo>
                  <a:pt x="3924270" y="307760"/>
                  <a:pt x="3844652" y="287233"/>
                  <a:pt x="3804221" y="277281"/>
                </a:cubicBezTo>
                <a:lnTo>
                  <a:pt x="3906231" y="135463"/>
                </a:lnTo>
                <a:close/>
                <a:moveTo>
                  <a:pt x="3633790" y="514268"/>
                </a:moveTo>
                <a:cubicBezTo>
                  <a:pt x="3684795" y="526086"/>
                  <a:pt x="3777475" y="549100"/>
                  <a:pt x="3884461" y="582067"/>
                </a:cubicBezTo>
                <a:cubicBezTo>
                  <a:pt x="3841542" y="657330"/>
                  <a:pt x="3796135" y="733216"/>
                  <a:pt x="3751972" y="800393"/>
                </a:cubicBezTo>
                <a:cubicBezTo>
                  <a:pt x="3646853" y="773646"/>
                  <a:pt x="3521828" y="764938"/>
                  <a:pt x="3457139" y="758096"/>
                </a:cubicBezTo>
                <a:lnTo>
                  <a:pt x="3633790" y="513646"/>
                </a:lnTo>
                <a:close/>
                <a:moveTo>
                  <a:pt x="3266804" y="1021829"/>
                </a:moveTo>
                <a:cubicBezTo>
                  <a:pt x="3318430" y="1027427"/>
                  <a:pt x="3426039" y="1039867"/>
                  <a:pt x="3553551" y="1060394"/>
                </a:cubicBezTo>
                <a:cubicBezTo>
                  <a:pt x="3460871" y="1178576"/>
                  <a:pt x="3410488" y="1265035"/>
                  <a:pt x="3391206" y="1302356"/>
                </a:cubicBezTo>
                <a:cubicBezTo>
                  <a:pt x="3282976" y="1287428"/>
                  <a:pt x="3146755" y="1281830"/>
                  <a:pt x="3081444" y="1278720"/>
                </a:cubicBezTo>
                <a:lnTo>
                  <a:pt x="3266804" y="1021829"/>
                </a:lnTo>
                <a:close/>
                <a:moveTo>
                  <a:pt x="2882401" y="1577907"/>
                </a:moveTo>
                <a:cubicBezTo>
                  <a:pt x="2899195" y="1555515"/>
                  <a:pt x="2913501" y="1536232"/>
                  <a:pt x="2925319" y="1520060"/>
                </a:cubicBezTo>
                <a:cubicBezTo>
                  <a:pt x="2949578" y="1488337"/>
                  <a:pt x="2963262" y="1469677"/>
                  <a:pt x="2963262" y="1469677"/>
                </a:cubicBezTo>
                <a:cubicBezTo>
                  <a:pt x="2963262" y="1469677"/>
                  <a:pt x="2950200" y="1488337"/>
                  <a:pt x="2927807" y="1521304"/>
                </a:cubicBezTo>
                <a:cubicBezTo>
                  <a:pt x="2916611" y="1537476"/>
                  <a:pt x="2902305" y="1557381"/>
                  <a:pt x="2886755" y="1580395"/>
                </a:cubicBezTo>
                <a:cubicBezTo>
                  <a:pt x="2876181" y="1595323"/>
                  <a:pt x="2864362" y="1612118"/>
                  <a:pt x="2852544" y="1629534"/>
                </a:cubicBezTo>
                <a:lnTo>
                  <a:pt x="2848190" y="1623936"/>
                </a:lnTo>
                <a:cubicBezTo>
                  <a:pt x="2860630" y="1607142"/>
                  <a:pt x="2871826" y="1591591"/>
                  <a:pt x="2883023" y="1577285"/>
                </a:cubicBezTo>
                <a:close/>
                <a:moveTo>
                  <a:pt x="2129145" y="758718"/>
                </a:moveTo>
                <a:cubicBezTo>
                  <a:pt x="2064456" y="764938"/>
                  <a:pt x="1940053" y="773646"/>
                  <a:pt x="1834311" y="801015"/>
                </a:cubicBezTo>
                <a:cubicBezTo>
                  <a:pt x="1790149" y="733216"/>
                  <a:pt x="1744742" y="657952"/>
                  <a:pt x="1701823" y="582689"/>
                </a:cubicBezTo>
                <a:cubicBezTo>
                  <a:pt x="1808809" y="549722"/>
                  <a:pt x="1901489" y="526708"/>
                  <a:pt x="1952494" y="514890"/>
                </a:cubicBezTo>
                <a:lnTo>
                  <a:pt x="2129145" y="759340"/>
                </a:lnTo>
                <a:close/>
                <a:moveTo>
                  <a:pt x="1678809" y="136085"/>
                </a:moveTo>
                <a:lnTo>
                  <a:pt x="1780818" y="277903"/>
                </a:lnTo>
                <a:cubicBezTo>
                  <a:pt x="1740388" y="287855"/>
                  <a:pt x="1660770" y="307760"/>
                  <a:pt x="1566225" y="337616"/>
                </a:cubicBezTo>
                <a:cubicBezTo>
                  <a:pt x="1526416" y="262975"/>
                  <a:pt x="1495937" y="203884"/>
                  <a:pt x="1481009" y="174027"/>
                </a:cubicBezTo>
                <a:cubicBezTo>
                  <a:pt x="1523928" y="165319"/>
                  <a:pt x="1614741" y="147281"/>
                  <a:pt x="1678187" y="136707"/>
                </a:cubicBezTo>
                <a:close/>
                <a:moveTo>
                  <a:pt x="1564359" y="342592"/>
                </a:moveTo>
                <a:cubicBezTo>
                  <a:pt x="1601679" y="412880"/>
                  <a:pt x="1647086" y="495607"/>
                  <a:pt x="1694981" y="578957"/>
                </a:cubicBezTo>
                <a:cubicBezTo>
                  <a:pt x="1670101" y="586421"/>
                  <a:pt x="1645220" y="594507"/>
                  <a:pt x="1619718" y="603215"/>
                </a:cubicBezTo>
                <a:cubicBezTo>
                  <a:pt x="1577421" y="617522"/>
                  <a:pt x="1531392" y="634316"/>
                  <a:pt x="1484741" y="652976"/>
                </a:cubicBezTo>
                <a:cubicBezTo>
                  <a:pt x="1444932" y="581445"/>
                  <a:pt x="1391439" y="496229"/>
                  <a:pt x="1342301" y="421588"/>
                </a:cubicBezTo>
                <a:cubicBezTo>
                  <a:pt x="1418186" y="390487"/>
                  <a:pt x="1495315" y="363741"/>
                  <a:pt x="1564359" y="341970"/>
                </a:cubicBezTo>
                <a:close/>
                <a:moveTo>
                  <a:pt x="948567" y="1416184"/>
                </a:moveTo>
                <a:cubicBezTo>
                  <a:pt x="976558" y="1493314"/>
                  <a:pt x="1011390" y="1577285"/>
                  <a:pt x="1052443" y="1655036"/>
                </a:cubicBezTo>
                <a:cubicBezTo>
                  <a:pt x="1047467" y="1671209"/>
                  <a:pt x="1033161" y="1697333"/>
                  <a:pt x="990864" y="1727812"/>
                </a:cubicBezTo>
                <a:cubicBezTo>
                  <a:pt x="975936" y="1699821"/>
                  <a:pt x="961630" y="1674319"/>
                  <a:pt x="947323" y="1651926"/>
                </a:cubicBezTo>
                <a:cubicBezTo>
                  <a:pt x="921821" y="1611496"/>
                  <a:pt x="895074" y="1559247"/>
                  <a:pt x="868328" y="1503888"/>
                </a:cubicBezTo>
                <a:cubicBezTo>
                  <a:pt x="871438" y="1502022"/>
                  <a:pt x="873926" y="1499534"/>
                  <a:pt x="877036" y="1497668"/>
                </a:cubicBezTo>
                <a:cubicBezTo>
                  <a:pt x="908759" y="1472787"/>
                  <a:pt x="934261" y="1446041"/>
                  <a:pt x="948567" y="1416184"/>
                </a:cubicBezTo>
                <a:close/>
                <a:moveTo>
                  <a:pt x="893830" y="1240777"/>
                </a:moveTo>
                <a:cubicBezTo>
                  <a:pt x="893830" y="1236423"/>
                  <a:pt x="898184" y="1174844"/>
                  <a:pt x="1028185" y="994460"/>
                </a:cubicBezTo>
                <a:cubicBezTo>
                  <a:pt x="1053065" y="1049197"/>
                  <a:pt x="1076080" y="1102068"/>
                  <a:pt x="1095362" y="1149963"/>
                </a:cubicBezTo>
                <a:cubicBezTo>
                  <a:pt x="1097228" y="1154939"/>
                  <a:pt x="1099094" y="1159915"/>
                  <a:pt x="1100960" y="1164892"/>
                </a:cubicBezTo>
                <a:cubicBezTo>
                  <a:pt x="996462" y="1272500"/>
                  <a:pt x="954165" y="1368911"/>
                  <a:pt x="944835" y="1392548"/>
                </a:cubicBezTo>
                <a:cubicBezTo>
                  <a:pt x="924309" y="1334701"/>
                  <a:pt x="906893" y="1281830"/>
                  <a:pt x="893830" y="1240155"/>
                </a:cubicBezTo>
                <a:close/>
                <a:moveTo>
                  <a:pt x="908137" y="1780061"/>
                </a:moveTo>
                <a:cubicBezTo>
                  <a:pt x="942347" y="1764510"/>
                  <a:pt x="968472" y="1748960"/>
                  <a:pt x="988998" y="1734654"/>
                </a:cubicBezTo>
                <a:cubicBezTo>
                  <a:pt x="1033783" y="1818626"/>
                  <a:pt x="1081056" y="1921879"/>
                  <a:pt x="1122109" y="2010205"/>
                </a:cubicBezTo>
                <a:cubicBezTo>
                  <a:pt x="1080434" y="2020779"/>
                  <a:pt x="1033161" y="2029487"/>
                  <a:pt x="984022" y="2035085"/>
                </a:cubicBezTo>
                <a:cubicBezTo>
                  <a:pt x="943591" y="1961066"/>
                  <a:pt x="895696" y="1877717"/>
                  <a:pt x="847801" y="1803075"/>
                </a:cubicBezTo>
                <a:cubicBezTo>
                  <a:pt x="868328" y="1796855"/>
                  <a:pt x="888854" y="1789391"/>
                  <a:pt x="908137" y="1780061"/>
                </a:cubicBezTo>
                <a:close/>
                <a:moveTo>
                  <a:pt x="1056797" y="1655036"/>
                </a:moveTo>
                <a:lnTo>
                  <a:pt x="1053687" y="1648816"/>
                </a:lnTo>
                <a:cubicBezTo>
                  <a:pt x="1045601" y="1633266"/>
                  <a:pt x="1037515" y="1617094"/>
                  <a:pt x="1030051" y="1601543"/>
                </a:cubicBezTo>
                <a:cubicBezTo>
                  <a:pt x="1027563" y="1499534"/>
                  <a:pt x="1049333" y="1460969"/>
                  <a:pt x="1153209" y="1389438"/>
                </a:cubicBezTo>
                <a:cubicBezTo>
                  <a:pt x="1155075" y="1403744"/>
                  <a:pt x="1156941" y="1418050"/>
                  <a:pt x="1158185" y="1431734"/>
                </a:cubicBezTo>
                <a:cubicBezTo>
                  <a:pt x="1169381" y="1525658"/>
                  <a:pt x="1179333" y="1607764"/>
                  <a:pt x="1233449" y="1694845"/>
                </a:cubicBezTo>
                <a:cubicBezTo>
                  <a:pt x="1228472" y="1701065"/>
                  <a:pt x="1223496" y="1707285"/>
                  <a:pt x="1219142" y="1713506"/>
                </a:cubicBezTo>
                <a:cubicBezTo>
                  <a:pt x="1186176" y="1757668"/>
                  <a:pt x="1169381" y="1792501"/>
                  <a:pt x="1166893" y="1821114"/>
                </a:cubicBezTo>
                <a:cubicBezTo>
                  <a:pt x="1126463" y="1775085"/>
                  <a:pt x="1089764" y="1717238"/>
                  <a:pt x="1056797" y="1655036"/>
                </a:cubicBezTo>
                <a:close/>
                <a:moveTo>
                  <a:pt x="1276989" y="1303600"/>
                </a:moveTo>
                <a:cubicBezTo>
                  <a:pt x="1228472" y="1334701"/>
                  <a:pt x="1188664" y="1359581"/>
                  <a:pt x="1156319" y="1381352"/>
                </a:cubicBezTo>
                <a:cubicBezTo>
                  <a:pt x="1147611" y="1317284"/>
                  <a:pt x="1135171" y="1246997"/>
                  <a:pt x="1105314" y="1166136"/>
                </a:cubicBezTo>
                <a:cubicBezTo>
                  <a:pt x="1156319" y="1113887"/>
                  <a:pt x="1221630" y="1059150"/>
                  <a:pt x="1304358" y="1008767"/>
                </a:cubicBezTo>
                <a:cubicBezTo>
                  <a:pt x="1309956" y="1021829"/>
                  <a:pt x="1313688" y="1033025"/>
                  <a:pt x="1316176" y="1042977"/>
                </a:cubicBezTo>
                <a:cubicBezTo>
                  <a:pt x="1328616" y="1089006"/>
                  <a:pt x="1355363" y="1161781"/>
                  <a:pt x="1385219" y="1235801"/>
                </a:cubicBezTo>
                <a:cubicBezTo>
                  <a:pt x="1372779" y="1242643"/>
                  <a:pt x="1360961" y="1249485"/>
                  <a:pt x="1349765" y="1256949"/>
                </a:cubicBezTo>
                <a:cubicBezTo>
                  <a:pt x="1323640" y="1273744"/>
                  <a:pt x="1299382" y="1289294"/>
                  <a:pt x="1276989" y="1302978"/>
                </a:cubicBezTo>
                <a:close/>
                <a:moveTo>
                  <a:pt x="1330482" y="1724080"/>
                </a:moveTo>
                <a:cubicBezTo>
                  <a:pt x="1290052" y="1739630"/>
                  <a:pt x="1265793" y="1743362"/>
                  <a:pt x="1252109" y="1742740"/>
                </a:cubicBezTo>
                <a:cubicBezTo>
                  <a:pt x="1252731" y="1741496"/>
                  <a:pt x="1253975" y="1740252"/>
                  <a:pt x="1254597" y="1739008"/>
                </a:cubicBezTo>
                <a:cubicBezTo>
                  <a:pt x="1269525" y="1719104"/>
                  <a:pt x="1286320" y="1699821"/>
                  <a:pt x="1304358" y="1681783"/>
                </a:cubicBezTo>
                <a:cubicBezTo>
                  <a:pt x="1311200" y="1691735"/>
                  <a:pt x="1320530" y="1706663"/>
                  <a:pt x="1330482" y="1723458"/>
                </a:cubicBezTo>
                <a:close/>
                <a:moveTo>
                  <a:pt x="1336080" y="985752"/>
                </a:moveTo>
                <a:cubicBezTo>
                  <a:pt x="1326128" y="991350"/>
                  <a:pt x="1316176" y="996948"/>
                  <a:pt x="1306846" y="1002547"/>
                </a:cubicBezTo>
                <a:cubicBezTo>
                  <a:pt x="1285697" y="952164"/>
                  <a:pt x="1247755" y="882498"/>
                  <a:pt x="1204214" y="805369"/>
                </a:cubicBezTo>
                <a:cubicBezTo>
                  <a:pt x="1282587" y="749388"/>
                  <a:pt x="1382109" y="700871"/>
                  <a:pt x="1482875" y="659818"/>
                </a:cubicBezTo>
                <a:cubicBezTo>
                  <a:pt x="1504023" y="697761"/>
                  <a:pt x="1520818" y="731972"/>
                  <a:pt x="1530770" y="758718"/>
                </a:cubicBezTo>
                <a:cubicBezTo>
                  <a:pt x="1541966" y="789197"/>
                  <a:pt x="1559382" y="830871"/>
                  <a:pt x="1579909" y="878144"/>
                </a:cubicBezTo>
                <a:cubicBezTo>
                  <a:pt x="1494693" y="908623"/>
                  <a:pt x="1410100" y="944699"/>
                  <a:pt x="1336080" y="986374"/>
                </a:cubicBezTo>
                <a:close/>
                <a:moveTo>
                  <a:pt x="1027563" y="343214"/>
                </a:moveTo>
                <a:cubicBezTo>
                  <a:pt x="1085410" y="306516"/>
                  <a:pt x="1149477" y="274793"/>
                  <a:pt x="1219764" y="247425"/>
                </a:cubicBezTo>
                <a:cubicBezTo>
                  <a:pt x="1237181" y="272927"/>
                  <a:pt x="1283831" y="340104"/>
                  <a:pt x="1336080" y="419722"/>
                </a:cubicBezTo>
                <a:cubicBezTo>
                  <a:pt x="1242157" y="458909"/>
                  <a:pt x="1144501" y="507425"/>
                  <a:pt x="1068616" y="563407"/>
                </a:cubicBezTo>
                <a:cubicBezTo>
                  <a:pt x="1026941" y="486277"/>
                  <a:pt x="992730" y="418478"/>
                  <a:pt x="980912" y="374937"/>
                </a:cubicBezTo>
                <a:cubicBezTo>
                  <a:pt x="995218" y="364363"/>
                  <a:pt x="1010768" y="353789"/>
                  <a:pt x="1027563" y="343214"/>
                </a:cubicBezTo>
                <a:close/>
                <a:moveTo>
                  <a:pt x="961630" y="675991"/>
                </a:moveTo>
                <a:cubicBezTo>
                  <a:pt x="985888" y="638670"/>
                  <a:pt x="1022587" y="603215"/>
                  <a:pt x="1066749" y="570249"/>
                </a:cubicBezTo>
                <a:cubicBezTo>
                  <a:pt x="1094118" y="620010"/>
                  <a:pt x="1124597" y="674125"/>
                  <a:pt x="1154453" y="726995"/>
                </a:cubicBezTo>
                <a:cubicBezTo>
                  <a:pt x="1169381" y="753120"/>
                  <a:pt x="1184310" y="779244"/>
                  <a:pt x="1198616" y="804125"/>
                </a:cubicBezTo>
                <a:cubicBezTo>
                  <a:pt x="1155697" y="834603"/>
                  <a:pt x="1118998" y="868192"/>
                  <a:pt x="1091008" y="903647"/>
                </a:cubicBezTo>
                <a:cubicBezTo>
                  <a:pt x="1067372" y="933503"/>
                  <a:pt x="1046845" y="960872"/>
                  <a:pt x="1028185" y="986374"/>
                </a:cubicBezTo>
                <a:cubicBezTo>
                  <a:pt x="991486" y="906135"/>
                  <a:pt x="951055" y="823407"/>
                  <a:pt x="914357" y="750632"/>
                </a:cubicBezTo>
                <a:cubicBezTo>
                  <a:pt x="928041" y="727618"/>
                  <a:pt x="943591" y="702737"/>
                  <a:pt x="961008" y="675991"/>
                </a:cubicBezTo>
                <a:close/>
                <a:moveTo>
                  <a:pt x="798663" y="573981"/>
                </a:moveTo>
                <a:cubicBezTo>
                  <a:pt x="801151" y="568383"/>
                  <a:pt x="804883" y="562163"/>
                  <a:pt x="809237" y="554076"/>
                </a:cubicBezTo>
                <a:cubicBezTo>
                  <a:pt x="827897" y="589531"/>
                  <a:pt x="865840" y="662306"/>
                  <a:pt x="910003" y="750010"/>
                </a:cubicBezTo>
                <a:cubicBezTo>
                  <a:pt x="840959" y="865704"/>
                  <a:pt x="813591" y="940345"/>
                  <a:pt x="802395" y="982020"/>
                </a:cubicBezTo>
                <a:cubicBezTo>
                  <a:pt x="767562" y="898049"/>
                  <a:pt x="720289" y="731350"/>
                  <a:pt x="798663" y="573981"/>
                </a:cubicBezTo>
                <a:close/>
                <a:moveTo>
                  <a:pt x="821677" y="1068480"/>
                </a:moveTo>
                <a:cubicBezTo>
                  <a:pt x="833495" y="1088384"/>
                  <a:pt x="852778" y="1126949"/>
                  <a:pt x="875792" y="1199102"/>
                </a:cubicBezTo>
                <a:lnTo>
                  <a:pt x="882012" y="1218384"/>
                </a:lnTo>
                <a:cubicBezTo>
                  <a:pt x="883878" y="1223361"/>
                  <a:pt x="885122" y="1228959"/>
                  <a:pt x="886988" y="1234557"/>
                </a:cubicBezTo>
                <a:cubicBezTo>
                  <a:pt x="883878" y="1251351"/>
                  <a:pt x="865218" y="1283074"/>
                  <a:pt x="794930" y="1339055"/>
                </a:cubicBezTo>
                <a:cubicBezTo>
                  <a:pt x="761342" y="1259437"/>
                  <a:pt x="734595" y="1189772"/>
                  <a:pt x="722155" y="1156183"/>
                </a:cubicBezTo>
                <a:cubicBezTo>
                  <a:pt x="760098" y="1129437"/>
                  <a:pt x="793064" y="1100202"/>
                  <a:pt x="821677" y="1069102"/>
                </a:cubicBezTo>
                <a:close/>
                <a:moveTo>
                  <a:pt x="740193" y="1385084"/>
                </a:moveTo>
                <a:cubicBezTo>
                  <a:pt x="760098" y="1370777"/>
                  <a:pt x="778136" y="1357715"/>
                  <a:pt x="793064" y="1345897"/>
                </a:cubicBezTo>
                <a:cubicBezTo>
                  <a:pt x="814213" y="1396280"/>
                  <a:pt x="838471" y="1451017"/>
                  <a:pt x="862730" y="1502644"/>
                </a:cubicBezTo>
                <a:cubicBezTo>
                  <a:pt x="815457" y="1537476"/>
                  <a:pt x="756366" y="1567955"/>
                  <a:pt x="703495" y="1592835"/>
                </a:cubicBezTo>
                <a:cubicBezTo>
                  <a:pt x="671150" y="1543697"/>
                  <a:pt x="640672" y="1494558"/>
                  <a:pt x="613303" y="1449151"/>
                </a:cubicBezTo>
                <a:cubicBezTo>
                  <a:pt x="656844" y="1433600"/>
                  <a:pt x="700385" y="1412452"/>
                  <a:pt x="739572" y="1384462"/>
                </a:cubicBezTo>
                <a:close/>
                <a:moveTo>
                  <a:pt x="362633" y="1314174"/>
                </a:moveTo>
                <a:cubicBezTo>
                  <a:pt x="414260" y="1300490"/>
                  <a:pt x="462776" y="1284940"/>
                  <a:pt x="508183" y="1267523"/>
                </a:cubicBezTo>
                <a:cubicBezTo>
                  <a:pt x="526844" y="1307332"/>
                  <a:pt x="561676" y="1372021"/>
                  <a:pt x="607083" y="1447285"/>
                </a:cubicBezTo>
                <a:cubicBezTo>
                  <a:pt x="544260" y="1469677"/>
                  <a:pt x="480193" y="1480873"/>
                  <a:pt x="425456" y="1485849"/>
                </a:cubicBezTo>
                <a:cubicBezTo>
                  <a:pt x="372585" y="1416806"/>
                  <a:pt x="326556" y="1359581"/>
                  <a:pt x="302298" y="1329103"/>
                </a:cubicBezTo>
                <a:cubicBezTo>
                  <a:pt x="321580" y="1324748"/>
                  <a:pt x="342106" y="1319772"/>
                  <a:pt x="362633" y="1314174"/>
                </a:cubicBezTo>
                <a:close/>
                <a:moveTo>
                  <a:pt x="429188" y="1651304"/>
                </a:moveTo>
                <a:cubicBezTo>
                  <a:pt x="383781" y="1595945"/>
                  <a:pt x="337130" y="1541830"/>
                  <a:pt x="291101" y="1493936"/>
                </a:cubicBezTo>
                <a:cubicBezTo>
                  <a:pt x="319714" y="1495180"/>
                  <a:pt x="366987" y="1495802"/>
                  <a:pt x="423590" y="1490203"/>
                </a:cubicBezTo>
                <a:cubicBezTo>
                  <a:pt x="460910" y="1538720"/>
                  <a:pt x="501341" y="1592213"/>
                  <a:pt x="541150" y="1646950"/>
                </a:cubicBezTo>
                <a:cubicBezTo>
                  <a:pt x="496987" y="1652549"/>
                  <a:pt x="455312" y="1652549"/>
                  <a:pt x="429188" y="1651304"/>
                </a:cubicBezTo>
                <a:close/>
                <a:moveTo>
                  <a:pt x="650624" y="1622692"/>
                </a:moveTo>
                <a:lnTo>
                  <a:pt x="656844" y="1619582"/>
                </a:lnTo>
                <a:cubicBezTo>
                  <a:pt x="671150" y="1613362"/>
                  <a:pt x="686701" y="1605898"/>
                  <a:pt x="702251" y="1598433"/>
                </a:cubicBezTo>
                <a:cubicBezTo>
                  <a:pt x="727753" y="1636998"/>
                  <a:pt x="754500" y="1675563"/>
                  <a:pt x="781868" y="1713506"/>
                </a:cubicBezTo>
                <a:cubicBezTo>
                  <a:pt x="801151" y="1740252"/>
                  <a:pt x="821055" y="1769487"/>
                  <a:pt x="840337" y="1799965"/>
                </a:cubicBezTo>
                <a:cubicBezTo>
                  <a:pt x="781868" y="1817381"/>
                  <a:pt x="722155" y="1824846"/>
                  <a:pt x="671150" y="1827956"/>
                </a:cubicBezTo>
                <a:cubicBezTo>
                  <a:pt x="635696" y="1773219"/>
                  <a:pt x="592777" y="1711640"/>
                  <a:pt x="547992" y="1650682"/>
                </a:cubicBezTo>
                <a:cubicBezTo>
                  <a:pt x="582203" y="1645706"/>
                  <a:pt x="618279" y="1637620"/>
                  <a:pt x="650002" y="1622692"/>
                </a:cubicBezTo>
                <a:close/>
                <a:moveTo>
                  <a:pt x="698519" y="2013315"/>
                </a:moveTo>
                <a:cubicBezTo>
                  <a:pt x="661198" y="1959200"/>
                  <a:pt x="617657" y="1896999"/>
                  <a:pt x="569762" y="1832310"/>
                </a:cubicBezTo>
                <a:cubicBezTo>
                  <a:pt x="593399" y="1833554"/>
                  <a:pt x="628232" y="1834176"/>
                  <a:pt x="669906" y="1832310"/>
                </a:cubicBezTo>
                <a:cubicBezTo>
                  <a:pt x="687323" y="1859056"/>
                  <a:pt x="702251" y="1883937"/>
                  <a:pt x="714691" y="1906329"/>
                </a:cubicBezTo>
                <a:cubicBezTo>
                  <a:pt x="740816" y="1952358"/>
                  <a:pt x="765074" y="1995899"/>
                  <a:pt x="788088" y="2035085"/>
                </a:cubicBezTo>
                <a:cubicBezTo>
                  <a:pt x="756366" y="2030731"/>
                  <a:pt x="725887" y="2023889"/>
                  <a:pt x="698519" y="2013315"/>
                </a:cubicBezTo>
                <a:close/>
                <a:moveTo>
                  <a:pt x="1082922" y="2234129"/>
                </a:moveTo>
                <a:cubicBezTo>
                  <a:pt x="1054931" y="2237861"/>
                  <a:pt x="1029429" y="2239105"/>
                  <a:pt x="1006414" y="2238483"/>
                </a:cubicBezTo>
                <a:cubicBezTo>
                  <a:pt x="967850" y="2237861"/>
                  <a:pt x="934883" y="2232263"/>
                  <a:pt x="906893" y="2225421"/>
                </a:cubicBezTo>
                <a:cubicBezTo>
                  <a:pt x="886366" y="2192454"/>
                  <a:pt x="845935" y="2125899"/>
                  <a:pt x="796175" y="2039440"/>
                </a:cubicBezTo>
                <a:cubicBezTo>
                  <a:pt x="855266" y="2046904"/>
                  <a:pt x="919955" y="2045038"/>
                  <a:pt x="981534" y="2038818"/>
                </a:cubicBezTo>
                <a:cubicBezTo>
                  <a:pt x="1029429" y="2126521"/>
                  <a:pt x="1067372" y="2201162"/>
                  <a:pt x="1083544" y="2233507"/>
                </a:cubicBezTo>
                <a:close/>
                <a:moveTo>
                  <a:pt x="1368425" y="2125277"/>
                </a:moveTo>
                <a:cubicBezTo>
                  <a:pt x="1314932" y="2158244"/>
                  <a:pt x="1264549" y="2182502"/>
                  <a:pt x="1217898" y="2199296"/>
                </a:cubicBezTo>
                <a:cubicBezTo>
                  <a:pt x="1197372" y="2163220"/>
                  <a:pt x="1165027" y="2092933"/>
                  <a:pt x="1128329" y="2013937"/>
                </a:cubicBezTo>
                <a:cubicBezTo>
                  <a:pt x="1128329" y="2013937"/>
                  <a:pt x="1128329" y="2013315"/>
                  <a:pt x="1127707" y="2012693"/>
                </a:cubicBezTo>
                <a:cubicBezTo>
                  <a:pt x="1181200" y="1999009"/>
                  <a:pt x="1232204" y="1974750"/>
                  <a:pt x="1273879" y="1951114"/>
                </a:cubicBezTo>
                <a:cubicBezTo>
                  <a:pt x="1302492" y="2013315"/>
                  <a:pt x="1350387" y="2094177"/>
                  <a:pt x="1368425" y="2125277"/>
                </a:cubicBezTo>
                <a:close/>
                <a:moveTo>
                  <a:pt x="1275745" y="1945516"/>
                </a:moveTo>
                <a:cubicBezTo>
                  <a:pt x="1268281" y="1928721"/>
                  <a:pt x="1262061" y="1913793"/>
                  <a:pt x="1258329" y="1901975"/>
                </a:cubicBezTo>
                <a:cubicBezTo>
                  <a:pt x="1283209" y="1904463"/>
                  <a:pt x="1311822" y="1904463"/>
                  <a:pt x="1342301" y="1902597"/>
                </a:cubicBezTo>
                <a:cubicBezTo>
                  <a:pt x="1325506" y="1915037"/>
                  <a:pt x="1302492" y="1929966"/>
                  <a:pt x="1275745" y="1945516"/>
                </a:cubicBezTo>
                <a:close/>
                <a:moveTo>
                  <a:pt x="1383353" y="1855324"/>
                </a:moveTo>
                <a:cubicBezTo>
                  <a:pt x="1378999" y="1810539"/>
                  <a:pt x="1357229" y="1762644"/>
                  <a:pt x="1336702" y="1725946"/>
                </a:cubicBezTo>
                <a:cubicBezTo>
                  <a:pt x="1359095" y="1717238"/>
                  <a:pt x="1386463" y="1705419"/>
                  <a:pt x="1419430" y="1689247"/>
                </a:cubicBezTo>
                <a:cubicBezTo>
                  <a:pt x="1443688" y="1677429"/>
                  <a:pt x="1466703" y="1669965"/>
                  <a:pt x="1487229" y="1666233"/>
                </a:cubicBezTo>
                <a:cubicBezTo>
                  <a:pt x="1511488" y="1718482"/>
                  <a:pt x="1532636" y="1782549"/>
                  <a:pt x="1528282" y="1839152"/>
                </a:cubicBezTo>
                <a:cubicBezTo>
                  <a:pt x="1504646" y="1841018"/>
                  <a:pt x="1479143" y="1844128"/>
                  <a:pt x="1451152" y="1847860"/>
                </a:cubicBezTo>
                <a:cubicBezTo>
                  <a:pt x="1429382" y="1850348"/>
                  <a:pt x="1406368" y="1853458"/>
                  <a:pt x="1383353" y="1855324"/>
                </a:cubicBezTo>
                <a:close/>
                <a:moveTo>
                  <a:pt x="1632158" y="1892023"/>
                </a:moveTo>
                <a:cubicBezTo>
                  <a:pt x="1630914" y="1895755"/>
                  <a:pt x="1629670" y="1898243"/>
                  <a:pt x="1629670" y="1898243"/>
                </a:cubicBezTo>
                <a:lnTo>
                  <a:pt x="1629670" y="1898243"/>
                </a:lnTo>
                <a:cubicBezTo>
                  <a:pt x="1622206" y="1913171"/>
                  <a:pt x="1599191" y="1945516"/>
                  <a:pt x="1526416" y="2008961"/>
                </a:cubicBezTo>
                <a:cubicBezTo>
                  <a:pt x="1526416" y="2008961"/>
                  <a:pt x="1526416" y="2008961"/>
                  <a:pt x="1526416" y="2008961"/>
                </a:cubicBezTo>
                <a:cubicBezTo>
                  <a:pt x="1513354" y="1981592"/>
                  <a:pt x="1487229" y="1928721"/>
                  <a:pt x="1461727" y="1890157"/>
                </a:cubicBezTo>
                <a:cubicBezTo>
                  <a:pt x="1505268" y="1885181"/>
                  <a:pt x="1546942" y="1880205"/>
                  <a:pt x="1579909" y="1879583"/>
                </a:cubicBezTo>
                <a:cubicBezTo>
                  <a:pt x="1622828" y="1878961"/>
                  <a:pt x="1632158" y="1885803"/>
                  <a:pt x="1633402" y="1887047"/>
                </a:cubicBezTo>
                <a:cubicBezTo>
                  <a:pt x="1633402" y="1887047"/>
                  <a:pt x="1633402" y="1888913"/>
                  <a:pt x="1633402" y="1891401"/>
                </a:cubicBezTo>
                <a:close/>
                <a:moveTo>
                  <a:pt x="1597947" y="1673697"/>
                </a:moveTo>
                <a:cubicBezTo>
                  <a:pt x="1571823" y="1662501"/>
                  <a:pt x="1535746" y="1653792"/>
                  <a:pt x="1489717" y="1661879"/>
                </a:cubicBezTo>
                <a:cubicBezTo>
                  <a:pt x="1472301" y="1625180"/>
                  <a:pt x="1454263" y="1594701"/>
                  <a:pt x="1442444" y="1576663"/>
                </a:cubicBezTo>
                <a:cubicBezTo>
                  <a:pt x="1461105" y="1565467"/>
                  <a:pt x="1480387" y="1554271"/>
                  <a:pt x="1500291" y="1543697"/>
                </a:cubicBezTo>
                <a:cubicBezTo>
                  <a:pt x="1520818" y="1567333"/>
                  <a:pt x="1563737" y="1620826"/>
                  <a:pt x="1597947" y="1673697"/>
                </a:cubicBezTo>
                <a:close/>
                <a:moveTo>
                  <a:pt x="1551296" y="1469677"/>
                </a:moveTo>
                <a:cubicBezTo>
                  <a:pt x="1533258" y="1477763"/>
                  <a:pt x="1515842" y="1485849"/>
                  <a:pt x="1499047" y="1494558"/>
                </a:cubicBezTo>
                <a:cubicBezTo>
                  <a:pt x="1479765" y="1451017"/>
                  <a:pt x="1433114" y="1342787"/>
                  <a:pt x="1391439" y="1238289"/>
                </a:cubicBezTo>
                <a:cubicBezTo>
                  <a:pt x="1472923" y="1194748"/>
                  <a:pt x="1581153" y="1158671"/>
                  <a:pt x="1696225" y="1129437"/>
                </a:cubicBezTo>
                <a:cubicBezTo>
                  <a:pt x="1745986" y="1233313"/>
                  <a:pt x="1795125" y="1327858"/>
                  <a:pt x="1826225" y="1374509"/>
                </a:cubicBezTo>
                <a:cubicBezTo>
                  <a:pt x="1724215" y="1401878"/>
                  <a:pt x="1632158" y="1433600"/>
                  <a:pt x="1551296" y="1469677"/>
                </a:cubicBezTo>
                <a:close/>
                <a:moveTo>
                  <a:pt x="1698091" y="1124461"/>
                </a:moveTo>
                <a:cubicBezTo>
                  <a:pt x="1658282" y="1042355"/>
                  <a:pt x="1618474" y="954652"/>
                  <a:pt x="1586129" y="880632"/>
                </a:cubicBezTo>
                <a:cubicBezTo>
                  <a:pt x="1670101" y="850776"/>
                  <a:pt x="1755316" y="825895"/>
                  <a:pt x="1832445" y="805991"/>
                </a:cubicBezTo>
                <a:cubicBezTo>
                  <a:pt x="1874742" y="871302"/>
                  <a:pt x="1915795" y="928527"/>
                  <a:pt x="1951872" y="970202"/>
                </a:cubicBezTo>
                <a:cubicBezTo>
                  <a:pt x="1978618" y="1000680"/>
                  <a:pt x="2002254" y="1029915"/>
                  <a:pt x="2024025" y="1057284"/>
                </a:cubicBezTo>
                <a:cubicBezTo>
                  <a:pt x="1922015" y="1074078"/>
                  <a:pt x="1806943" y="1095848"/>
                  <a:pt x="1698091" y="1124461"/>
                </a:cubicBezTo>
                <a:close/>
                <a:moveTo>
                  <a:pt x="2195078" y="1302356"/>
                </a:moveTo>
                <a:cubicBezTo>
                  <a:pt x="2175174" y="1265035"/>
                  <a:pt x="2125413" y="1178576"/>
                  <a:pt x="2032733" y="1060394"/>
                </a:cubicBezTo>
                <a:cubicBezTo>
                  <a:pt x="2160868" y="1039867"/>
                  <a:pt x="2267853" y="1027427"/>
                  <a:pt x="2319480" y="1021829"/>
                </a:cubicBezTo>
                <a:lnTo>
                  <a:pt x="2505462" y="1278720"/>
                </a:lnTo>
                <a:cubicBezTo>
                  <a:pt x="2440151" y="1281830"/>
                  <a:pt x="2303930" y="1288050"/>
                  <a:pt x="2195700" y="1302356"/>
                </a:cubicBezTo>
                <a:close/>
                <a:moveTo>
                  <a:pt x="2768572" y="1748338"/>
                </a:moveTo>
                <a:cubicBezTo>
                  <a:pt x="2745558" y="1780683"/>
                  <a:pt x="2721922" y="1814271"/>
                  <a:pt x="2697041" y="1849104"/>
                </a:cubicBezTo>
                <a:cubicBezTo>
                  <a:pt x="2672161" y="1883937"/>
                  <a:pt x="2646658" y="1920013"/>
                  <a:pt x="2619912" y="1956712"/>
                </a:cubicBezTo>
                <a:cubicBezTo>
                  <a:pt x="2593787" y="1993411"/>
                  <a:pt x="2567041" y="2030731"/>
                  <a:pt x="2540294" y="2067430"/>
                </a:cubicBezTo>
                <a:cubicBezTo>
                  <a:pt x="2513548" y="2104751"/>
                  <a:pt x="2486801" y="2141449"/>
                  <a:pt x="2460055" y="2178148"/>
                </a:cubicBezTo>
                <a:cubicBezTo>
                  <a:pt x="2433308" y="2214847"/>
                  <a:pt x="2407184" y="2250301"/>
                  <a:pt x="2382303" y="2285134"/>
                </a:cubicBezTo>
                <a:cubicBezTo>
                  <a:pt x="2331921" y="2354799"/>
                  <a:pt x="2284026" y="2418866"/>
                  <a:pt x="2243595" y="2474226"/>
                </a:cubicBezTo>
                <a:cubicBezTo>
                  <a:pt x="2223069" y="2502216"/>
                  <a:pt x="2204408" y="2527097"/>
                  <a:pt x="2187614" y="2549489"/>
                </a:cubicBezTo>
                <a:cubicBezTo>
                  <a:pt x="2170820" y="2571881"/>
                  <a:pt x="2156513" y="2591164"/>
                  <a:pt x="2144695" y="2607336"/>
                </a:cubicBezTo>
                <a:cubicBezTo>
                  <a:pt x="2120437" y="2639059"/>
                  <a:pt x="2106752" y="2657719"/>
                  <a:pt x="2106752" y="2657719"/>
                </a:cubicBezTo>
                <a:cubicBezTo>
                  <a:pt x="2106752" y="2657719"/>
                  <a:pt x="2119815" y="2639059"/>
                  <a:pt x="2142207" y="2606092"/>
                </a:cubicBezTo>
                <a:cubicBezTo>
                  <a:pt x="2153403" y="2589920"/>
                  <a:pt x="2167710" y="2570015"/>
                  <a:pt x="2183260" y="2547001"/>
                </a:cubicBezTo>
                <a:cubicBezTo>
                  <a:pt x="2199432" y="2523986"/>
                  <a:pt x="2216848" y="2498484"/>
                  <a:pt x="2236753" y="2470493"/>
                </a:cubicBezTo>
                <a:cubicBezTo>
                  <a:pt x="2276562" y="2414512"/>
                  <a:pt x="2322590" y="2348579"/>
                  <a:pt x="2372351" y="2278914"/>
                </a:cubicBezTo>
                <a:cubicBezTo>
                  <a:pt x="2397232" y="2244081"/>
                  <a:pt x="2422734" y="2208005"/>
                  <a:pt x="2449481" y="2171306"/>
                </a:cubicBezTo>
                <a:cubicBezTo>
                  <a:pt x="2475605" y="2134607"/>
                  <a:pt x="2502352" y="2097287"/>
                  <a:pt x="2529098" y="2060588"/>
                </a:cubicBezTo>
                <a:cubicBezTo>
                  <a:pt x="2555845" y="2023267"/>
                  <a:pt x="2582591" y="1986569"/>
                  <a:pt x="2609338" y="1949870"/>
                </a:cubicBezTo>
                <a:cubicBezTo>
                  <a:pt x="2636084" y="1913171"/>
                  <a:pt x="2661587" y="1877717"/>
                  <a:pt x="2687089" y="1842884"/>
                </a:cubicBezTo>
                <a:cubicBezTo>
                  <a:pt x="2712592" y="1808051"/>
                  <a:pt x="2736850" y="1775085"/>
                  <a:pt x="2760486" y="1743362"/>
                </a:cubicBezTo>
                <a:cubicBezTo>
                  <a:pt x="2762352" y="1740874"/>
                  <a:pt x="2763596" y="1739008"/>
                  <a:pt x="2765462" y="1736520"/>
                </a:cubicBezTo>
                <a:lnTo>
                  <a:pt x="2771061" y="1744606"/>
                </a:lnTo>
                <a:cubicBezTo>
                  <a:pt x="2771061" y="1744606"/>
                  <a:pt x="2769195" y="1747716"/>
                  <a:pt x="2767951" y="1748960"/>
                </a:cubicBezTo>
                <a:close/>
                <a:moveTo>
                  <a:pt x="3398048" y="2549489"/>
                </a:moveTo>
                <a:cubicBezTo>
                  <a:pt x="3381254" y="2527097"/>
                  <a:pt x="3362593" y="2502216"/>
                  <a:pt x="3342067" y="2474226"/>
                </a:cubicBezTo>
                <a:cubicBezTo>
                  <a:pt x="3301636" y="2418866"/>
                  <a:pt x="3253741" y="2354799"/>
                  <a:pt x="3203358" y="2285134"/>
                </a:cubicBezTo>
                <a:cubicBezTo>
                  <a:pt x="3177856" y="2250301"/>
                  <a:pt x="3152354" y="2214847"/>
                  <a:pt x="3125607" y="2178148"/>
                </a:cubicBezTo>
                <a:cubicBezTo>
                  <a:pt x="3099483" y="2141449"/>
                  <a:pt x="3072736" y="2104751"/>
                  <a:pt x="3045368" y="2067430"/>
                </a:cubicBezTo>
                <a:cubicBezTo>
                  <a:pt x="3018621" y="2030109"/>
                  <a:pt x="2991875" y="1993411"/>
                  <a:pt x="2965750" y="1956712"/>
                </a:cubicBezTo>
                <a:cubicBezTo>
                  <a:pt x="2939626" y="1920013"/>
                  <a:pt x="2914123" y="1883937"/>
                  <a:pt x="2888621" y="1849104"/>
                </a:cubicBezTo>
                <a:cubicBezTo>
                  <a:pt x="2863740" y="1814271"/>
                  <a:pt x="2840104" y="1780061"/>
                  <a:pt x="2817090" y="1748338"/>
                </a:cubicBezTo>
                <a:cubicBezTo>
                  <a:pt x="2794697" y="1715994"/>
                  <a:pt x="2772927" y="1686137"/>
                  <a:pt x="2753022" y="1657525"/>
                </a:cubicBezTo>
                <a:cubicBezTo>
                  <a:pt x="2733118" y="1629534"/>
                  <a:pt x="2715080" y="1603410"/>
                  <a:pt x="2699529" y="1581017"/>
                </a:cubicBezTo>
                <a:cubicBezTo>
                  <a:pt x="2683357" y="1558003"/>
                  <a:pt x="2669673" y="1538098"/>
                  <a:pt x="2658477" y="1521926"/>
                </a:cubicBezTo>
                <a:cubicBezTo>
                  <a:pt x="2635462" y="1488959"/>
                  <a:pt x="2623022" y="1470299"/>
                  <a:pt x="2623022" y="1470299"/>
                </a:cubicBezTo>
                <a:cubicBezTo>
                  <a:pt x="2623022" y="1470299"/>
                  <a:pt x="2636706" y="1488337"/>
                  <a:pt x="2660965" y="1520682"/>
                </a:cubicBezTo>
                <a:cubicBezTo>
                  <a:pt x="2672783" y="1536854"/>
                  <a:pt x="2687711" y="1556137"/>
                  <a:pt x="2703883" y="1578529"/>
                </a:cubicBezTo>
                <a:cubicBezTo>
                  <a:pt x="2720678" y="1600922"/>
                  <a:pt x="2739338" y="1625802"/>
                  <a:pt x="2759864" y="1653792"/>
                </a:cubicBezTo>
                <a:cubicBezTo>
                  <a:pt x="2780391" y="1681161"/>
                  <a:pt x="2802161" y="1711640"/>
                  <a:pt x="2825798" y="1743362"/>
                </a:cubicBezTo>
                <a:cubicBezTo>
                  <a:pt x="2848812" y="1775085"/>
                  <a:pt x="2873693" y="1808673"/>
                  <a:pt x="2899195" y="1842884"/>
                </a:cubicBezTo>
                <a:cubicBezTo>
                  <a:pt x="2924697" y="1877717"/>
                  <a:pt x="2950200" y="1913171"/>
                  <a:pt x="2976946" y="1949870"/>
                </a:cubicBezTo>
                <a:cubicBezTo>
                  <a:pt x="3003071" y="1986569"/>
                  <a:pt x="3030439" y="2023267"/>
                  <a:pt x="3057186" y="2060588"/>
                </a:cubicBezTo>
                <a:cubicBezTo>
                  <a:pt x="3083932" y="2097909"/>
                  <a:pt x="3110679" y="2134607"/>
                  <a:pt x="3136803" y="2171306"/>
                </a:cubicBezTo>
                <a:cubicBezTo>
                  <a:pt x="3162928" y="2208005"/>
                  <a:pt x="3188430" y="2244081"/>
                  <a:pt x="3213933" y="2278914"/>
                </a:cubicBezTo>
                <a:cubicBezTo>
                  <a:pt x="3263694" y="2348579"/>
                  <a:pt x="3309722" y="2414512"/>
                  <a:pt x="3349531" y="2470493"/>
                </a:cubicBezTo>
                <a:cubicBezTo>
                  <a:pt x="3369435" y="2498484"/>
                  <a:pt x="3387474" y="2524608"/>
                  <a:pt x="3403024" y="2547001"/>
                </a:cubicBezTo>
                <a:cubicBezTo>
                  <a:pt x="3419197" y="2570015"/>
                  <a:pt x="3432881" y="2589920"/>
                  <a:pt x="3444077" y="2606092"/>
                </a:cubicBezTo>
                <a:cubicBezTo>
                  <a:pt x="3467091" y="2639059"/>
                  <a:pt x="3479531" y="2657719"/>
                  <a:pt x="3479531" y="2657719"/>
                </a:cubicBezTo>
                <a:cubicBezTo>
                  <a:pt x="3479531" y="2657719"/>
                  <a:pt x="3465847" y="2639681"/>
                  <a:pt x="3441589" y="2607336"/>
                </a:cubicBezTo>
                <a:cubicBezTo>
                  <a:pt x="3429771" y="2591164"/>
                  <a:pt x="3414842" y="2571881"/>
                  <a:pt x="3398670" y="2549489"/>
                </a:cubicBezTo>
                <a:close/>
              </a:path>
            </a:pathLst>
          </a:custGeom>
          <a:solidFill>
            <a:srgbClr val="E60000"/>
          </a:solidFill>
          <a:ln w="621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5BF9ECC5-BB78-FDA2-1993-D70B84281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286" y="926514"/>
            <a:ext cx="4803096" cy="48200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1846F7-5DEE-8721-4915-D1F04722032C}"/>
              </a:ext>
            </a:extLst>
          </p:cNvPr>
          <p:cNvSpPr txBox="1"/>
          <p:nvPr/>
        </p:nvSpPr>
        <p:spPr>
          <a:xfrm>
            <a:off x="222328" y="5799215"/>
            <a:ext cx="1173952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u="sng">
                <a:latin typeface="Poppins Medium"/>
                <a:cs typeface="Poppins Medium"/>
              </a:rPr>
              <a:t>uark-team6-f1-visual-dashboard.site</a:t>
            </a:r>
          </a:p>
        </p:txBody>
      </p:sp>
    </p:spTree>
    <p:extLst>
      <p:ext uri="{BB962C8B-B14F-4D97-AF65-F5344CB8AC3E}">
        <p14:creationId xmlns:p14="http://schemas.microsoft.com/office/powerpoint/2010/main" val="2460396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19EA3B-DC2D-08B9-4CD8-4A5D58EDE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ace car on a track&#10;&#10;AI-generated content may be incorrect.">
            <a:extLst>
              <a:ext uri="{FF2B5EF4-FFF2-40B4-BE49-F238E27FC236}">
                <a16:creationId xmlns:a16="http://schemas.microsoft.com/office/drawing/2014/main" id="{EFB3408C-BCFF-1F2E-5894-A810AFB737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00" t="247" r="6152" b="-75"/>
          <a:stretch>
            <a:fillRect/>
          </a:stretch>
        </p:blipFill>
        <p:spPr>
          <a:xfrm>
            <a:off x="-197711" y="-114231"/>
            <a:ext cx="12602410" cy="70876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750739-3E3B-7E02-FF2F-160300C47AF5}"/>
              </a:ext>
            </a:extLst>
          </p:cNvPr>
          <p:cNvSpPr txBox="1"/>
          <p:nvPr/>
        </p:nvSpPr>
        <p:spPr>
          <a:xfrm>
            <a:off x="975351" y="87816"/>
            <a:ext cx="8492298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9600">
                <a:latin typeface="Poppins SemiBold"/>
                <a:cs typeface="Poppins SemiBold"/>
              </a:rPr>
              <a:t>Formula 1</a:t>
            </a:r>
            <a:endParaRPr lang="en-US" sz="9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AC186C-1088-115F-BD2A-862494CA07D9}"/>
              </a:ext>
            </a:extLst>
          </p:cNvPr>
          <p:cNvSpPr txBox="1"/>
          <p:nvPr/>
        </p:nvSpPr>
        <p:spPr>
          <a:xfrm>
            <a:off x="971572" y="1438631"/>
            <a:ext cx="947812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pc="600">
                <a:latin typeface="Calibri Light"/>
                <a:ea typeface="Calibri Light"/>
                <a:cs typeface="Calibri Light"/>
              </a:rPr>
              <a:t>Telemetry Insights Visual Dashboard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D2B1A3-755E-5A15-BD54-D277B4732431}"/>
              </a:ext>
            </a:extLst>
          </p:cNvPr>
          <p:cNvSpPr txBox="1"/>
          <p:nvPr/>
        </p:nvSpPr>
        <p:spPr>
          <a:xfrm>
            <a:off x="979042" y="6383943"/>
            <a:ext cx="9478128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i="1" spc="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All the way back to the starting line...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3" name="Picture 2" descr="I'm excited to announce that I will be spending the summer of 2024 as a  Motorsports Intern at the General Motors Technical Center in North  Carolina! I'm looking forward to working with">
            <a:extLst>
              <a:ext uri="{FF2B5EF4-FFF2-40B4-BE49-F238E27FC236}">
                <a16:creationId xmlns:a16="http://schemas.microsoft.com/office/drawing/2014/main" id="{F0E9AFCF-6F31-4C52-EC87-80C0738E3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25725" y="239713"/>
            <a:ext cx="2391105" cy="11934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EBC7AF-96CC-01DD-B5DD-F35B668C5175}"/>
              </a:ext>
            </a:extLst>
          </p:cNvPr>
          <p:cNvSpPr txBox="1"/>
          <p:nvPr/>
        </p:nvSpPr>
        <p:spPr>
          <a:xfrm>
            <a:off x="975351" y="20581"/>
            <a:ext cx="6217504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9600">
                <a:solidFill>
                  <a:srgbClr val="D60000"/>
                </a:solidFill>
                <a:latin typeface="Poppins SemiBold"/>
                <a:cs typeface="Poppins SemiBold"/>
              </a:rPr>
              <a:t>Formula 1</a:t>
            </a:r>
            <a:endParaRPr lang="en-US" sz="9600">
              <a:solidFill>
                <a:srgbClr val="D6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161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980AF668775C489F286D3ACC930043" ma:contentTypeVersion="8" ma:contentTypeDescription="Create a new document." ma:contentTypeScope="" ma:versionID="1e8a79e1d2f60241a326e15bd04849d2">
  <xsd:schema xmlns:xsd="http://www.w3.org/2001/XMLSchema" xmlns:xs="http://www.w3.org/2001/XMLSchema" xmlns:p="http://schemas.microsoft.com/office/2006/metadata/properties" xmlns:ns2="1f16dbf7-1624-42b0-94f0-c170d6d8c99c" targetNamespace="http://schemas.microsoft.com/office/2006/metadata/properties" ma:root="true" ma:fieldsID="647d36d853bdb42c52ef5ec42b7b3ddb" ns2:_="">
    <xsd:import namespace="1f16dbf7-1624-42b0-94f0-c170d6d8c9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16dbf7-1624-42b0-94f0-c170d6d8c9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4DA4B0-8A22-4536-9541-BEC36458C2B0}">
  <ds:schemaRefs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1f16dbf7-1624-42b0-94f0-c170d6d8c99c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609B18E-9758-448E-A027-DBA9D4DB21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0E2C42-2AA3-46DC-B12B-0811CAA852F4}">
  <ds:schemaRefs>
    <ds:schemaRef ds:uri="1f16dbf7-1624-42b0-94f0-c170d6d8c9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</Words>
  <Application>Microsoft Office PowerPoint</Application>
  <PresentationFormat>Widescreen</PresentationFormat>
  <Paragraphs>115</Paragraphs>
  <Slides>10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Aptos Display</vt:lpstr>
      <vt:lpstr>Arial</vt:lpstr>
      <vt:lpstr>Arial Black</vt:lpstr>
      <vt:lpstr>Arial,Sans-Serif</vt:lpstr>
      <vt:lpstr>Calibri</vt:lpstr>
      <vt:lpstr>Calibri Light</vt:lpstr>
      <vt:lpstr>Poppins Medium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Naseeba Sithara</dc:creator>
  <cp:lastModifiedBy>Eli Rose</cp:lastModifiedBy>
  <cp:revision>1</cp:revision>
  <dcterms:created xsi:type="dcterms:W3CDTF">2025-01-08T10:32:33Z</dcterms:created>
  <dcterms:modified xsi:type="dcterms:W3CDTF">2026-10-28T03:18:13Z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0x010100A2980AF668775C489F286D3ACC930043</vt:lpwstr>
  </property>
</Properties>
</file>